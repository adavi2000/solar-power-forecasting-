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9" r:id="rId9"/>
    <p:sldId id="268" r:id="rId10"/>
    <p:sldId id="270" r:id="rId11"/>
    <p:sldId id="263" r:id="rId12"/>
    <p:sldId id="264" r:id="rId13"/>
    <p:sldId id="267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23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2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9B59914-FBFA-4552-8AC5-B8050866316F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F8427659-FED3-43E2-AD63-4A7370F0E876}">
      <dgm:prSet/>
      <dgm:spPr/>
      <dgm:t>
        <a:bodyPr/>
        <a:lstStyle/>
        <a:p>
          <a:r>
            <a:rPr lang="en-US"/>
            <a:t>• Forecast solar power generation using machine learning techniques</a:t>
          </a:r>
        </a:p>
      </dgm:t>
    </dgm:pt>
    <dgm:pt modelId="{2932E711-A533-411C-98C8-A60D64130070}" type="parTrans" cxnId="{A2C18E02-E955-40B8-9389-C623C250B174}">
      <dgm:prSet/>
      <dgm:spPr/>
      <dgm:t>
        <a:bodyPr/>
        <a:lstStyle/>
        <a:p>
          <a:endParaRPr lang="en-US"/>
        </a:p>
      </dgm:t>
    </dgm:pt>
    <dgm:pt modelId="{36A94CA3-7B31-4730-9082-7535948C1375}" type="sibTrans" cxnId="{A2C18E02-E955-40B8-9389-C623C250B174}">
      <dgm:prSet/>
      <dgm:spPr/>
      <dgm:t>
        <a:bodyPr/>
        <a:lstStyle/>
        <a:p>
          <a:endParaRPr lang="en-US"/>
        </a:p>
      </dgm:t>
    </dgm:pt>
    <dgm:pt modelId="{01C9A8D1-3F72-4810-9FA9-F51A424232A7}">
      <dgm:prSet/>
      <dgm:spPr/>
      <dgm:t>
        <a:bodyPr/>
        <a:lstStyle/>
        <a:p>
          <a:r>
            <a:rPr lang="en-US"/>
            <a:t>• Analyze patterns in solar energy data</a:t>
          </a:r>
        </a:p>
      </dgm:t>
    </dgm:pt>
    <dgm:pt modelId="{1184694E-2ED9-4D03-97A3-8CF447A67DD4}" type="parTrans" cxnId="{24F1CB95-3358-4A47-B83A-64299B778157}">
      <dgm:prSet/>
      <dgm:spPr/>
      <dgm:t>
        <a:bodyPr/>
        <a:lstStyle/>
        <a:p>
          <a:endParaRPr lang="en-US"/>
        </a:p>
      </dgm:t>
    </dgm:pt>
    <dgm:pt modelId="{A2CA93A4-4CC1-49AC-91D9-6DF35222DD54}" type="sibTrans" cxnId="{24F1CB95-3358-4A47-B83A-64299B778157}">
      <dgm:prSet/>
      <dgm:spPr/>
      <dgm:t>
        <a:bodyPr/>
        <a:lstStyle/>
        <a:p>
          <a:endParaRPr lang="en-US"/>
        </a:p>
      </dgm:t>
    </dgm:pt>
    <dgm:pt modelId="{B5814A24-CAAB-4148-B8D7-33CFD2815B14}">
      <dgm:prSet/>
      <dgm:spPr/>
      <dgm:t>
        <a:bodyPr/>
        <a:lstStyle/>
        <a:p>
          <a:r>
            <a:rPr lang="en-US"/>
            <a:t>• Build and evaluate predictive models</a:t>
          </a:r>
        </a:p>
      </dgm:t>
    </dgm:pt>
    <dgm:pt modelId="{BFBCBECA-5806-4C95-BF3D-B6D136FC7E8D}" type="parTrans" cxnId="{6116812E-034E-4E35-8A23-D9320D67A280}">
      <dgm:prSet/>
      <dgm:spPr/>
      <dgm:t>
        <a:bodyPr/>
        <a:lstStyle/>
        <a:p>
          <a:endParaRPr lang="en-US"/>
        </a:p>
      </dgm:t>
    </dgm:pt>
    <dgm:pt modelId="{3697AE7C-262B-4788-8506-18FE0BABF322}" type="sibTrans" cxnId="{6116812E-034E-4E35-8A23-D9320D67A280}">
      <dgm:prSet/>
      <dgm:spPr/>
      <dgm:t>
        <a:bodyPr/>
        <a:lstStyle/>
        <a:p>
          <a:endParaRPr lang="en-US"/>
        </a:p>
      </dgm:t>
    </dgm:pt>
    <dgm:pt modelId="{C69EDAC8-A91A-4B09-AB35-A9529D9E3D6D}" type="pres">
      <dgm:prSet presAssocID="{E9B59914-FBFA-4552-8AC5-B8050866316F}" presName="root" presStyleCnt="0">
        <dgm:presLayoutVars>
          <dgm:dir/>
          <dgm:resizeHandles val="exact"/>
        </dgm:presLayoutVars>
      </dgm:prSet>
      <dgm:spPr/>
    </dgm:pt>
    <dgm:pt modelId="{EC989502-3940-4F44-AD88-C99E3AA0E61A}" type="pres">
      <dgm:prSet presAssocID="{F8427659-FED3-43E2-AD63-4A7370F0E876}" presName="compNode" presStyleCnt="0"/>
      <dgm:spPr/>
    </dgm:pt>
    <dgm:pt modelId="{268BB76B-0C4E-40B7-AF85-BC7223A752A4}" type="pres">
      <dgm:prSet presAssocID="{F8427659-FED3-43E2-AD63-4A7370F0E876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n"/>
        </a:ext>
      </dgm:extLst>
    </dgm:pt>
    <dgm:pt modelId="{DB8907C1-FF54-42C4-BDA0-2E01AF3A808E}" type="pres">
      <dgm:prSet presAssocID="{F8427659-FED3-43E2-AD63-4A7370F0E876}" presName="spaceRect" presStyleCnt="0"/>
      <dgm:spPr/>
    </dgm:pt>
    <dgm:pt modelId="{55A74C6A-1AF3-44F1-BA3A-01833E57427F}" type="pres">
      <dgm:prSet presAssocID="{F8427659-FED3-43E2-AD63-4A7370F0E876}" presName="textRect" presStyleLbl="revTx" presStyleIdx="0" presStyleCnt="3">
        <dgm:presLayoutVars>
          <dgm:chMax val="1"/>
          <dgm:chPref val="1"/>
        </dgm:presLayoutVars>
      </dgm:prSet>
      <dgm:spPr/>
    </dgm:pt>
    <dgm:pt modelId="{4A3B7564-74ED-47A1-BECD-7383CD4A2CAB}" type="pres">
      <dgm:prSet presAssocID="{36A94CA3-7B31-4730-9082-7535948C1375}" presName="sibTrans" presStyleCnt="0"/>
      <dgm:spPr/>
    </dgm:pt>
    <dgm:pt modelId="{00919398-DA52-4AF1-87E3-33E415949DDF}" type="pres">
      <dgm:prSet presAssocID="{01C9A8D1-3F72-4810-9FA9-F51A424232A7}" presName="compNode" presStyleCnt="0"/>
      <dgm:spPr/>
    </dgm:pt>
    <dgm:pt modelId="{D55BA96A-5C81-427D-98D8-2B9A7223CD13}" type="pres">
      <dgm:prSet presAssocID="{01C9A8D1-3F72-4810-9FA9-F51A424232A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olar system"/>
        </a:ext>
      </dgm:extLst>
    </dgm:pt>
    <dgm:pt modelId="{49E89738-4A6C-4D47-9791-76EDBA4F4934}" type="pres">
      <dgm:prSet presAssocID="{01C9A8D1-3F72-4810-9FA9-F51A424232A7}" presName="spaceRect" presStyleCnt="0"/>
      <dgm:spPr/>
    </dgm:pt>
    <dgm:pt modelId="{031F3408-3586-43F5-8607-8714462121C3}" type="pres">
      <dgm:prSet presAssocID="{01C9A8D1-3F72-4810-9FA9-F51A424232A7}" presName="textRect" presStyleLbl="revTx" presStyleIdx="1" presStyleCnt="3">
        <dgm:presLayoutVars>
          <dgm:chMax val="1"/>
          <dgm:chPref val="1"/>
        </dgm:presLayoutVars>
      </dgm:prSet>
      <dgm:spPr/>
    </dgm:pt>
    <dgm:pt modelId="{5B835A68-7E3D-4C6E-B777-0317184E77CA}" type="pres">
      <dgm:prSet presAssocID="{A2CA93A4-4CC1-49AC-91D9-6DF35222DD54}" presName="sibTrans" presStyleCnt="0"/>
      <dgm:spPr/>
    </dgm:pt>
    <dgm:pt modelId="{DF4E5FBF-2646-4060-A04D-754FE3E971D7}" type="pres">
      <dgm:prSet presAssocID="{B5814A24-CAAB-4148-B8D7-33CFD2815B14}" presName="compNode" presStyleCnt="0"/>
      <dgm:spPr/>
    </dgm:pt>
    <dgm:pt modelId="{C7362AE2-A2EC-4EBF-A714-F000DBC0EBB3}" type="pres">
      <dgm:prSet presAssocID="{B5814A24-CAAB-4148-B8D7-33CFD2815B1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laybook"/>
        </a:ext>
      </dgm:extLst>
    </dgm:pt>
    <dgm:pt modelId="{1293E265-E72E-44BA-8D2D-0AD146BCB10A}" type="pres">
      <dgm:prSet presAssocID="{B5814A24-CAAB-4148-B8D7-33CFD2815B14}" presName="spaceRect" presStyleCnt="0"/>
      <dgm:spPr/>
    </dgm:pt>
    <dgm:pt modelId="{006FDBCB-A169-4AAC-AE60-DF2E6CC1F2A4}" type="pres">
      <dgm:prSet presAssocID="{B5814A24-CAAB-4148-B8D7-33CFD2815B14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A2C18E02-E955-40B8-9389-C623C250B174}" srcId="{E9B59914-FBFA-4552-8AC5-B8050866316F}" destId="{F8427659-FED3-43E2-AD63-4A7370F0E876}" srcOrd="0" destOrd="0" parTransId="{2932E711-A533-411C-98C8-A60D64130070}" sibTransId="{36A94CA3-7B31-4730-9082-7535948C1375}"/>
    <dgm:cxn modelId="{6116812E-034E-4E35-8A23-D9320D67A280}" srcId="{E9B59914-FBFA-4552-8AC5-B8050866316F}" destId="{B5814A24-CAAB-4148-B8D7-33CFD2815B14}" srcOrd="2" destOrd="0" parTransId="{BFBCBECA-5806-4C95-BF3D-B6D136FC7E8D}" sibTransId="{3697AE7C-262B-4788-8506-18FE0BABF322}"/>
    <dgm:cxn modelId="{5E2EA147-8F93-4F98-AA36-B82F3860A930}" type="presOf" srcId="{B5814A24-CAAB-4148-B8D7-33CFD2815B14}" destId="{006FDBCB-A169-4AAC-AE60-DF2E6CC1F2A4}" srcOrd="0" destOrd="0" presId="urn:microsoft.com/office/officeart/2018/2/layout/IconLabelList"/>
    <dgm:cxn modelId="{B47FB56B-7891-47DF-AAFE-829387BE770A}" type="presOf" srcId="{01C9A8D1-3F72-4810-9FA9-F51A424232A7}" destId="{031F3408-3586-43F5-8607-8714462121C3}" srcOrd="0" destOrd="0" presId="urn:microsoft.com/office/officeart/2018/2/layout/IconLabelList"/>
    <dgm:cxn modelId="{4E10657D-FDAD-4E20-8359-EE578AA87EA4}" type="presOf" srcId="{F8427659-FED3-43E2-AD63-4A7370F0E876}" destId="{55A74C6A-1AF3-44F1-BA3A-01833E57427F}" srcOrd="0" destOrd="0" presId="urn:microsoft.com/office/officeart/2018/2/layout/IconLabelList"/>
    <dgm:cxn modelId="{24F1CB95-3358-4A47-B83A-64299B778157}" srcId="{E9B59914-FBFA-4552-8AC5-B8050866316F}" destId="{01C9A8D1-3F72-4810-9FA9-F51A424232A7}" srcOrd="1" destOrd="0" parTransId="{1184694E-2ED9-4D03-97A3-8CF447A67DD4}" sibTransId="{A2CA93A4-4CC1-49AC-91D9-6DF35222DD54}"/>
    <dgm:cxn modelId="{1BA706C3-2478-410B-832C-0021E205DA97}" type="presOf" srcId="{E9B59914-FBFA-4552-8AC5-B8050866316F}" destId="{C69EDAC8-A91A-4B09-AB35-A9529D9E3D6D}" srcOrd="0" destOrd="0" presId="urn:microsoft.com/office/officeart/2018/2/layout/IconLabelList"/>
    <dgm:cxn modelId="{1BA08D37-1C8A-4867-9ED1-C46ED7EC5F2B}" type="presParOf" srcId="{C69EDAC8-A91A-4B09-AB35-A9529D9E3D6D}" destId="{EC989502-3940-4F44-AD88-C99E3AA0E61A}" srcOrd="0" destOrd="0" presId="urn:microsoft.com/office/officeart/2018/2/layout/IconLabelList"/>
    <dgm:cxn modelId="{46E67576-65A7-451D-BE3F-4CBD41A71AB3}" type="presParOf" srcId="{EC989502-3940-4F44-AD88-C99E3AA0E61A}" destId="{268BB76B-0C4E-40B7-AF85-BC7223A752A4}" srcOrd="0" destOrd="0" presId="urn:microsoft.com/office/officeart/2018/2/layout/IconLabelList"/>
    <dgm:cxn modelId="{03FBA022-3220-4FDD-8EBA-D3E565C77607}" type="presParOf" srcId="{EC989502-3940-4F44-AD88-C99E3AA0E61A}" destId="{DB8907C1-FF54-42C4-BDA0-2E01AF3A808E}" srcOrd="1" destOrd="0" presId="urn:microsoft.com/office/officeart/2018/2/layout/IconLabelList"/>
    <dgm:cxn modelId="{FC7AF6E9-422B-47CE-A7AA-3B5573915FBC}" type="presParOf" srcId="{EC989502-3940-4F44-AD88-C99E3AA0E61A}" destId="{55A74C6A-1AF3-44F1-BA3A-01833E57427F}" srcOrd="2" destOrd="0" presId="urn:microsoft.com/office/officeart/2018/2/layout/IconLabelList"/>
    <dgm:cxn modelId="{C7CD623F-6A89-4D7B-9243-EB71EB4E212A}" type="presParOf" srcId="{C69EDAC8-A91A-4B09-AB35-A9529D9E3D6D}" destId="{4A3B7564-74ED-47A1-BECD-7383CD4A2CAB}" srcOrd="1" destOrd="0" presId="urn:microsoft.com/office/officeart/2018/2/layout/IconLabelList"/>
    <dgm:cxn modelId="{9F264BAC-0AF1-42A7-BB50-7434C29B5268}" type="presParOf" srcId="{C69EDAC8-A91A-4B09-AB35-A9529D9E3D6D}" destId="{00919398-DA52-4AF1-87E3-33E415949DDF}" srcOrd="2" destOrd="0" presId="urn:microsoft.com/office/officeart/2018/2/layout/IconLabelList"/>
    <dgm:cxn modelId="{BAE290C3-CC50-4879-A351-B5ABC5C76AAD}" type="presParOf" srcId="{00919398-DA52-4AF1-87E3-33E415949DDF}" destId="{D55BA96A-5C81-427D-98D8-2B9A7223CD13}" srcOrd="0" destOrd="0" presId="urn:microsoft.com/office/officeart/2018/2/layout/IconLabelList"/>
    <dgm:cxn modelId="{082AB64F-2850-4CA4-B7F6-A94457548E74}" type="presParOf" srcId="{00919398-DA52-4AF1-87E3-33E415949DDF}" destId="{49E89738-4A6C-4D47-9791-76EDBA4F4934}" srcOrd="1" destOrd="0" presId="urn:microsoft.com/office/officeart/2018/2/layout/IconLabelList"/>
    <dgm:cxn modelId="{D54C496C-8F63-4E89-99A8-FE23F3B10454}" type="presParOf" srcId="{00919398-DA52-4AF1-87E3-33E415949DDF}" destId="{031F3408-3586-43F5-8607-8714462121C3}" srcOrd="2" destOrd="0" presId="urn:microsoft.com/office/officeart/2018/2/layout/IconLabelList"/>
    <dgm:cxn modelId="{8F082E0B-B55A-4642-A6AA-EE29CADA3010}" type="presParOf" srcId="{C69EDAC8-A91A-4B09-AB35-A9529D9E3D6D}" destId="{5B835A68-7E3D-4C6E-B777-0317184E77CA}" srcOrd="3" destOrd="0" presId="urn:microsoft.com/office/officeart/2018/2/layout/IconLabelList"/>
    <dgm:cxn modelId="{6426261F-D513-41CF-BE9C-CACF9E8012B1}" type="presParOf" srcId="{C69EDAC8-A91A-4B09-AB35-A9529D9E3D6D}" destId="{DF4E5FBF-2646-4060-A04D-754FE3E971D7}" srcOrd="4" destOrd="0" presId="urn:microsoft.com/office/officeart/2018/2/layout/IconLabelList"/>
    <dgm:cxn modelId="{570A3F99-E743-4BF9-A54B-A071D9315170}" type="presParOf" srcId="{DF4E5FBF-2646-4060-A04D-754FE3E971D7}" destId="{C7362AE2-A2EC-4EBF-A714-F000DBC0EBB3}" srcOrd="0" destOrd="0" presId="urn:microsoft.com/office/officeart/2018/2/layout/IconLabelList"/>
    <dgm:cxn modelId="{5F927808-EB24-4F9A-83A8-19D086B288DF}" type="presParOf" srcId="{DF4E5FBF-2646-4060-A04D-754FE3E971D7}" destId="{1293E265-E72E-44BA-8D2D-0AD146BCB10A}" srcOrd="1" destOrd="0" presId="urn:microsoft.com/office/officeart/2018/2/layout/IconLabelList"/>
    <dgm:cxn modelId="{47BAEE21-1D70-48BA-90DC-F5A2C12AE871}" type="presParOf" srcId="{DF4E5FBF-2646-4060-A04D-754FE3E971D7}" destId="{006FDBCB-A169-4AAC-AE60-DF2E6CC1F2A4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38B5B5D-37B0-491B-BD9C-74184C0AFD72}" type="doc">
      <dgm:prSet loTypeId="urn:microsoft.com/office/officeart/2005/8/layout/hierarchy1" loCatId="hierarchy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19159F0-9A28-4019-B743-296614DEC4A5}">
      <dgm:prSet/>
      <dgm:spPr/>
      <dgm:t>
        <a:bodyPr/>
        <a:lstStyle/>
        <a:p>
          <a:r>
            <a:rPr lang="en-US"/>
            <a:t>• Contains solar energy production readings</a:t>
          </a:r>
        </a:p>
      </dgm:t>
    </dgm:pt>
    <dgm:pt modelId="{99271A35-602F-4E35-B419-CCD4CE4BE331}" type="parTrans" cxnId="{F9094CB7-DE87-4D4B-A6A3-CF93E69ECCB0}">
      <dgm:prSet/>
      <dgm:spPr/>
      <dgm:t>
        <a:bodyPr/>
        <a:lstStyle/>
        <a:p>
          <a:endParaRPr lang="en-US"/>
        </a:p>
      </dgm:t>
    </dgm:pt>
    <dgm:pt modelId="{52E80ACA-927A-4A33-8BD9-8CA6FA644A8D}" type="sibTrans" cxnId="{F9094CB7-DE87-4D4B-A6A3-CF93E69ECCB0}">
      <dgm:prSet/>
      <dgm:spPr/>
      <dgm:t>
        <a:bodyPr/>
        <a:lstStyle/>
        <a:p>
          <a:endParaRPr lang="en-US"/>
        </a:p>
      </dgm:t>
    </dgm:pt>
    <dgm:pt modelId="{14255248-9842-435D-A467-C17A3C190033}">
      <dgm:prSet/>
      <dgm:spPr/>
      <dgm:t>
        <a:bodyPr/>
        <a:lstStyle/>
        <a:p>
          <a:r>
            <a:rPr lang="en-US"/>
            <a:t>• Includes weather, time-based, and production variables</a:t>
          </a:r>
        </a:p>
      </dgm:t>
    </dgm:pt>
    <dgm:pt modelId="{123385EB-3864-4896-B13F-7F2E3C05F8DB}" type="parTrans" cxnId="{1FF9B168-0CA1-42B7-905C-48AAF27DC144}">
      <dgm:prSet/>
      <dgm:spPr/>
      <dgm:t>
        <a:bodyPr/>
        <a:lstStyle/>
        <a:p>
          <a:endParaRPr lang="en-US"/>
        </a:p>
      </dgm:t>
    </dgm:pt>
    <dgm:pt modelId="{5F3F0964-BBD1-4C28-8A35-7C1B7B04673A}" type="sibTrans" cxnId="{1FF9B168-0CA1-42B7-905C-48AAF27DC144}">
      <dgm:prSet/>
      <dgm:spPr/>
      <dgm:t>
        <a:bodyPr/>
        <a:lstStyle/>
        <a:p>
          <a:endParaRPr lang="en-US"/>
        </a:p>
      </dgm:t>
    </dgm:pt>
    <dgm:pt modelId="{E74F370F-7D3C-4179-BE48-A72FAA01B58F}">
      <dgm:prSet/>
      <dgm:spPr/>
      <dgm:t>
        <a:bodyPr/>
        <a:lstStyle/>
        <a:p>
          <a:r>
            <a:rPr lang="en-US"/>
            <a:t>• Used for preprocessing, model training, and evaluation</a:t>
          </a:r>
        </a:p>
      </dgm:t>
    </dgm:pt>
    <dgm:pt modelId="{8F0969E5-18F3-4E4C-9469-E099E93108D8}" type="parTrans" cxnId="{460DE72F-DF9C-4A6B-A944-A1B07042BC2D}">
      <dgm:prSet/>
      <dgm:spPr/>
      <dgm:t>
        <a:bodyPr/>
        <a:lstStyle/>
        <a:p>
          <a:endParaRPr lang="en-US"/>
        </a:p>
      </dgm:t>
    </dgm:pt>
    <dgm:pt modelId="{73B5528E-A38F-4D27-B489-9FE0810C2A5B}" type="sibTrans" cxnId="{460DE72F-DF9C-4A6B-A944-A1B07042BC2D}">
      <dgm:prSet/>
      <dgm:spPr/>
      <dgm:t>
        <a:bodyPr/>
        <a:lstStyle/>
        <a:p>
          <a:endParaRPr lang="en-US"/>
        </a:p>
      </dgm:t>
    </dgm:pt>
    <dgm:pt modelId="{C40F3CF3-70BC-4D4C-B0A2-48314DCC46E1}" type="pres">
      <dgm:prSet presAssocID="{038B5B5D-37B0-491B-BD9C-74184C0AFD72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FA68EDD-34C9-4517-815B-3F6FBDB4187F}" type="pres">
      <dgm:prSet presAssocID="{B19159F0-9A28-4019-B743-296614DEC4A5}" presName="hierRoot1" presStyleCnt="0"/>
      <dgm:spPr/>
    </dgm:pt>
    <dgm:pt modelId="{64A11566-3608-4DB2-B748-7F26F3489EF6}" type="pres">
      <dgm:prSet presAssocID="{B19159F0-9A28-4019-B743-296614DEC4A5}" presName="composite" presStyleCnt="0"/>
      <dgm:spPr/>
    </dgm:pt>
    <dgm:pt modelId="{55C35B13-D244-4127-88A4-50E0F9BB9B81}" type="pres">
      <dgm:prSet presAssocID="{B19159F0-9A28-4019-B743-296614DEC4A5}" presName="background" presStyleLbl="node0" presStyleIdx="0" presStyleCnt="3"/>
      <dgm:spPr/>
    </dgm:pt>
    <dgm:pt modelId="{23B59762-51D9-40EC-882B-54A11F9FB45A}" type="pres">
      <dgm:prSet presAssocID="{B19159F0-9A28-4019-B743-296614DEC4A5}" presName="text" presStyleLbl="fgAcc0" presStyleIdx="0" presStyleCnt="3">
        <dgm:presLayoutVars>
          <dgm:chPref val="3"/>
        </dgm:presLayoutVars>
      </dgm:prSet>
      <dgm:spPr/>
    </dgm:pt>
    <dgm:pt modelId="{89F708A3-E194-4377-9499-F8F6AA4AEBC1}" type="pres">
      <dgm:prSet presAssocID="{B19159F0-9A28-4019-B743-296614DEC4A5}" presName="hierChild2" presStyleCnt="0"/>
      <dgm:spPr/>
    </dgm:pt>
    <dgm:pt modelId="{E2AD9CBE-DED3-4354-B048-2AD4AD0070ED}" type="pres">
      <dgm:prSet presAssocID="{14255248-9842-435D-A467-C17A3C190033}" presName="hierRoot1" presStyleCnt="0"/>
      <dgm:spPr/>
    </dgm:pt>
    <dgm:pt modelId="{B2DEE7C8-9C33-4DE6-A2B3-05F252EF6117}" type="pres">
      <dgm:prSet presAssocID="{14255248-9842-435D-A467-C17A3C190033}" presName="composite" presStyleCnt="0"/>
      <dgm:spPr/>
    </dgm:pt>
    <dgm:pt modelId="{5DEC4038-4F09-4D8F-AAAE-863D6F16592B}" type="pres">
      <dgm:prSet presAssocID="{14255248-9842-435D-A467-C17A3C190033}" presName="background" presStyleLbl="node0" presStyleIdx="1" presStyleCnt="3"/>
      <dgm:spPr/>
    </dgm:pt>
    <dgm:pt modelId="{9E430399-394C-4752-AEE1-C71CCB4C09B2}" type="pres">
      <dgm:prSet presAssocID="{14255248-9842-435D-A467-C17A3C190033}" presName="text" presStyleLbl="fgAcc0" presStyleIdx="1" presStyleCnt="3">
        <dgm:presLayoutVars>
          <dgm:chPref val="3"/>
        </dgm:presLayoutVars>
      </dgm:prSet>
      <dgm:spPr/>
    </dgm:pt>
    <dgm:pt modelId="{FFB1BA29-2C23-479A-8B07-348003BFAB4C}" type="pres">
      <dgm:prSet presAssocID="{14255248-9842-435D-A467-C17A3C190033}" presName="hierChild2" presStyleCnt="0"/>
      <dgm:spPr/>
    </dgm:pt>
    <dgm:pt modelId="{212469FA-B4E1-4B12-AD49-D714DD516CB4}" type="pres">
      <dgm:prSet presAssocID="{E74F370F-7D3C-4179-BE48-A72FAA01B58F}" presName="hierRoot1" presStyleCnt="0"/>
      <dgm:spPr/>
    </dgm:pt>
    <dgm:pt modelId="{F9666D1F-378C-4BEA-A617-5589328EC31F}" type="pres">
      <dgm:prSet presAssocID="{E74F370F-7D3C-4179-BE48-A72FAA01B58F}" presName="composite" presStyleCnt="0"/>
      <dgm:spPr/>
    </dgm:pt>
    <dgm:pt modelId="{5F2524E7-63BB-4E19-B45A-E5FA06095C2E}" type="pres">
      <dgm:prSet presAssocID="{E74F370F-7D3C-4179-BE48-A72FAA01B58F}" presName="background" presStyleLbl="node0" presStyleIdx="2" presStyleCnt="3"/>
      <dgm:spPr/>
    </dgm:pt>
    <dgm:pt modelId="{2AF31385-5EB7-4722-B1F4-06F9F7537350}" type="pres">
      <dgm:prSet presAssocID="{E74F370F-7D3C-4179-BE48-A72FAA01B58F}" presName="text" presStyleLbl="fgAcc0" presStyleIdx="2" presStyleCnt="3">
        <dgm:presLayoutVars>
          <dgm:chPref val="3"/>
        </dgm:presLayoutVars>
      </dgm:prSet>
      <dgm:spPr/>
    </dgm:pt>
    <dgm:pt modelId="{AE43B90F-D088-4755-8C1B-8A5A36E9F5FD}" type="pres">
      <dgm:prSet presAssocID="{E74F370F-7D3C-4179-BE48-A72FAA01B58F}" presName="hierChild2" presStyleCnt="0"/>
      <dgm:spPr/>
    </dgm:pt>
  </dgm:ptLst>
  <dgm:cxnLst>
    <dgm:cxn modelId="{9E78382B-3152-419B-85EB-5E1AC24AC8FE}" type="presOf" srcId="{14255248-9842-435D-A467-C17A3C190033}" destId="{9E430399-394C-4752-AEE1-C71CCB4C09B2}" srcOrd="0" destOrd="0" presId="urn:microsoft.com/office/officeart/2005/8/layout/hierarchy1"/>
    <dgm:cxn modelId="{460DE72F-DF9C-4A6B-A944-A1B07042BC2D}" srcId="{038B5B5D-37B0-491B-BD9C-74184C0AFD72}" destId="{E74F370F-7D3C-4179-BE48-A72FAA01B58F}" srcOrd="2" destOrd="0" parTransId="{8F0969E5-18F3-4E4C-9469-E099E93108D8}" sibTransId="{73B5528E-A38F-4D27-B489-9FE0810C2A5B}"/>
    <dgm:cxn modelId="{1FF9B168-0CA1-42B7-905C-48AAF27DC144}" srcId="{038B5B5D-37B0-491B-BD9C-74184C0AFD72}" destId="{14255248-9842-435D-A467-C17A3C190033}" srcOrd="1" destOrd="0" parTransId="{123385EB-3864-4896-B13F-7F2E3C05F8DB}" sibTransId="{5F3F0964-BBD1-4C28-8A35-7C1B7B04673A}"/>
    <dgm:cxn modelId="{E26B1F7F-7401-4031-95DA-A5AA22F019B3}" type="presOf" srcId="{038B5B5D-37B0-491B-BD9C-74184C0AFD72}" destId="{C40F3CF3-70BC-4D4C-B0A2-48314DCC46E1}" srcOrd="0" destOrd="0" presId="urn:microsoft.com/office/officeart/2005/8/layout/hierarchy1"/>
    <dgm:cxn modelId="{F9094CB7-DE87-4D4B-A6A3-CF93E69ECCB0}" srcId="{038B5B5D-37B0-491B-BD9C-74184C0AFD72}" destId="{B19159F0-9A28-4019-B743-296614DEC4A5}" srcOrd="0" destOrd="0" parTransId="{99271A35-602F-4E35-B419-CCD4CE4BE331}" sibTransId="{52E80ACA-927A-4A33-8BD9-8CA6FA644A8D}"/>
    <dgm:cxn modelId="{5FADECCC-B18B-49B1-A2D4-F0144BD8F221}" type="presOf" srcId="{B19159F0-9A28-4019-B743-296614DEC4A5}" destId="{23B59762-51D9-40EC-882B-54A11F9FB45A}" srcOrd="0" destOrd="0" presId="urn:microsoft.com/office/officeart/2005/8/layout/hierarchy1"/>
    <dgm:cxn modelId="{E2470CF0-E9FB-4A93-A07B-0D804882E1C2}" type="presOf" srcId="{E74F370F-7D3C-4179-BE48-A72FAA01B58F}" destId="{2AF31385-5EB7-4722-B1F4-06F9F7537350}" srcOrd="0" destOrd="0" presId="urn:microsoft.com/office/officeart/2005/8/layout/hierarchy1"/>
    <dgm:cxn modelId="{8FF091B5-D739-43B9-835E-BCCDC662E227}" type="presParOf" srcId="{C40F3CF3-70BC-4D4C-B0A2-48314DCC46E1}" destId="{2FA68EDD-34C9-4517-815B-3F6FBDB4187F}" srcOrd="0" destOrd="0" presId="urn:microsoft.com/office/officeart/2005/8/layout/hierarchy1"/>
    <dgm:cxn modelId="{55D8BF18-556A-459E-B921-AB2BDA93120D}" type="presParOf" srcId="{2FA68EDD-34C9-4517-815B-3F6FBDB4187F}" destId="{64A11566-3608-4DB2-B748-7F26F3489EF6}" srcOrd="0" destOrd="0" presId="urn:microsoft.com/office/officeart/2005/8/layout/hierarchy1"/>
    <dgm:cxn modelId="{FD2D5D6D-C4C4-4C1D-927A-32EFC5321A07}" type="presParOf" srcId="{64A11566-3608-4DB2-B748-7F26F3489EF6}" destId="{55C35B13-D244-4127-88A4-50E0F9BB9B81}" srcOrd="0" destOrd="0" presId="urn:microsoft.com/office/officeart/2005/8/layout/hierarchy1"/>
    <dgm:cxn modelId="{06D5E463-BF98-4738-8F7F-1AFC9FE17273}" type="presParOf" srcId="{64A11566-3608-4DB2-B748-7F26F3489EF6}" destId="{23B59762-51D9-40EC-882B-54A11F9FB45A}" srcOrd="1" destOrd="0" presId="urn:microsoft.com/office/officeart/2005/8/layout/hierarchy1"/>
    <dgm:cxn modelId="{A7B1786E-7264-4DB8-A2EF-C94FD910A072}" type="presParOf" srcId="{2FA68EDD-34C9-4517-815B-3F6FBDB4187F}" destId="{89F708A3-E194-4377-9499-F8F6AA4AEBC1}" srcOrd="1" destOrd="0" presId="urn:microsoft.com/office/officeart/2005/8/layout/hierarchy1"/>
    <dgm:cxn modelId="{417CF06F-36F6-4CA6-8053-5F50AF8EC4CF}" type="presParOf" srcId="{C40F3CF3-70BC-4D4C-B0A2-48314DCC46E1}" destId="{E2AD9CBE-DED3-4354-B048-2AD4AD0070ED}" srcOrd="1" destOrd="0" presId="urn:microsoft.com/office/officeart/2005/8/layout/hierarchy1"/>
    <dgm:cxn modelId="{3709195D-FFC6-45E3-8262-D90F29B54D42}" type="presParOf" srcId="{E2AD9CBE-DED3-4354-B048-2AD4AD0070ED}" destId="{B2DEE7C8-9C33-4DE6-A2B3-05F252EF6117}" srcOrd="0" destOrd="0" presId="urn:microsoft.com/office/officeart/2005/8/layout/hierarchy1"/>
    <dgm:cxn modelId="{4DC0BE62-15E1-4265-9620-B79C9D190BA6}" type="presParOf" srcId="{B2DEE7C8-9C33-4DE6-A2B3-05F252EF6117}" destId="{5DEC4038-4F09-4D8F-AAAE-863D6F16592B}" srcOrd="0" destOrd="0" presId="urn:microsoft.com/office/officeart/2005/8/layout/hierarchy1"/>
    <dgm:cxn modelId="{73070B78-6BA0-4FA3-880C-83AF58A0AB94}" type="presParOf" srcId="{B2DEE7C8-9C33-4DE6-A2B3-05F252EF6117}" destId="{9E430399-394C-4752-AEE1-C71CCB4C09B2}" srcOrd="1" destOrd="0" presId="urn:microsoft.com/office/officeart/2005/8/layout/hierarchy1"/>
    <dgm:cxn modelId="{98EAF722-6529-4E89-9E8D-B8B040EF72DD}" type="presParOf" srcId="{E2AD9CBE-DED3-4354-B048-2AD4AD0070ED}" destId="{FFB1BA29-2C23-479A-8B07-348003BFAB4C}" srcOrd="1" destOrd="0" presId="urn:microsoft.com/office/officeart/2005/8/layout/hierarchy1"/>
    <dgm:cxn modelId="{E0EC1470-FF96-426F-98D2-CA6208DAA160}" type="presParOf" srcId="{C40F3CF3-70BC-4D4C-B0A2-48314DCC46E1}" destId="{212469FA-B4E1-4B12-AD49-D714DD516CB4}" srcOrd="2" destOrd="0" presId="urn:microsoft.com/office/officeart/2005/8/layout/hierarchy1"/>
    <dgm:cxn modelId="{E049218E-8F04-4BF2-81FF-71F968A0B17F}" type="presParOf" srcId="{212469FA-B4E1-4B12-AD49-D714DD516CB4}" destId="{F9666D1F-378C-4BEA-A617-5589328EC31F}" srcOrd="0" destOrd="0" presId="urn:microsoft.com/office/officeart/2005/8/layout/hierarchy1"/>
    <dgm:cxn modelId="{6D64DAB0-8DE9-425B-AB4F-0955CFB5EC2F}" type="presParOf" srcId="{F9666D1F-378C-4BEA-A617-5589328EC31F}" destId="{5F2524E7-63BB-4E19-B45A-E5FA06095C2E}" srcOrd="0" destOrd="0" presId="urn:microsoft.com/office/officeart/2005/8/layout/hierarchy1"/>
    <dgm:cxn modelId="{7564AC7E-FE51-4905-9329-1C0880D87473}" type="presParOf" srcId="{F9666D1F-378C-4BEA-A617-5589328EC31F}" destId="{2AF31385-5EB7-4722-B1F4-06F9F7537350}" srcOrd="1" destOrd="0" presId="urn:microsoft.com/office/officeart/2005/8/layout/hierarchy1"/>
    <dgm:cxn modelId="{0598158B-F4A2-4EFF-BC9E-2D68A4783EC7}" type="presParOf" srcId="{212469FA-B4E1-4B12-AD49-D714DD516CB4}" destId="{AE43B90F-D088-4755-8C1B-8A5A36E9F5FD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5BE505E-BB6B-4E7E-9C83-438976686D3D}" type="doc">
      <dgm:prSet loTypeId="urn:microsoft.com/office/officeart/2005/8/layout/default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FCC4DC18-0842-4A28-B8C9-1E4F13884FBF}">
      <dgm:prSet/>
      <dgm:spPr/>
      <dgm:t>
        <a:bodyPr/>
        <a:lstStyle/>
        <a:p>
          <a:r>
            <a:rPr lang="en-US"/>
            <a:t>• Solar power is inconsistent and dependent on weather</a:t>
          </a:r>
        </a:p>
      </dgm:t>
    </dgm:pt>
    <dgm:pt modelId="{3242EEF7-60C4-4C7B-B688-04EB0F19722B}" type="parTrans" cxnId="{EEF4BB45-45FD-4081-A82F-E80071C5B200}">
      <dgm:prSet/>
      <dgm:spPr/>
      <dgm:t>
        <a:bodyPr/>
        <a:lstStyle/>
        <a:p>
          <a:endParaRPr lang="en-US"/>
        </a:p>
      </dgm:t>
    </dgm:pt>
    <dgm:pt modelId="{D39B4965-ED07-42ED-8962-C13DF4551323}" type="sibTrans" cxnId="{EEF4BB45-45FD-4081-A82F-E80071C5B200}">
      <dgm:prSet/>
      <dgm:spPr/>
      <dgm:t>
        <a:bodyPr/>
        <a:lstStyle/>
        <a:p>
          <a:endParaRPr lang="en-US"/>
        </a:p>
      </dgm:t>
    </dgm:pt>
    <dgm:pt modelId="{FEE56041-48D3-42F7-876C-828365E05B15}">
      <dgm:prSet/>
      <dgm:spPr/>
      <dgm:t>
        <a:bodyPr/>
        <a:lstStyle/>
        <a:p>
          <a:r>
            <a:rPr lang="en-US"/>
            <a:t>• Forecasting helps improve grid stability and planning</a:t>
          </a:r>
        </a:p>
      </dgm:t>
    </dgm:pt>
    <dgm:pt modelId="{0C5B2D06-6457-40FA-A231-11239206897B}" type="parTrans" cxnId="{1A9DF650-965D-4551-8CC4-9BD131349D84}">
      <dgm:prSet/>
      <dgm:spPr/>
      <dgm:t>
        <a:bodyPr/>
        <a:lstStyle/>
        <a:p>
          <a:endParaRPr lang="en-US"/>
        </a:p>
      </dgm:t>
    </dgm:pt>
    <dgm:pt modelId="{DC9F487C-ED00-4528-88F5-9473D26C8F74}" type="sibTrans" cxnId="{1A9DF650-965D-4551-8CC4-9BD131349D84}">
      <dgm:prSet/>
      <dgm:spPr/>
      <dgm:t>
        <a:bodyPr/>
        <a:lstStyle/>
        <a:p>
          <a:endParaRPr lang="en-US"/>
        </a:p>
      </dgm:t>
    </dgm:pt>
    <dgm:pt modelId="{299E642C-FBA9-4181-9348-0C52A019F306}">
      <dgm:prSet/>
      <dgm:spPr/>
      <dgm:t>
        <a:bodyPr/>
        <a:lstStyle/>
        <a:p>
          <a:r>
            <a:rPr lang="en-US"/>
            <a:t>• Supports renewable energy integration</a:t>
          </a:r>
        </a:p>
      </dgm:t>
    </dgm:pt>
    <dgm:pt modelId="{A6E37A0C-51A6-457A-A416-35F69C1874DB}" type="parTrans" cxnId="{C2881593-F17B-497E-8BC4-5CAB53413B15}">
      <dgm:prSet/>
      <dgm:spPr/>
      <dgm:t>
        <a:bodyPr/>
        <a:lstStyle/>
        <a:p>
          <a:endParaRPr lang="en-US"/>
        </a:p>
      </dgm:t>
    </dgm:pt>
    <dgm:pt modelId="{120454E5-8628-4D17-9E42-1A0F446B04B3}" type="sibTrans" cxnId="{C2881593-F17B-497E-8BC4-5CAB53413B15}">
      <dgm:prSet/>
      <dgm:spPr/>
      <dgm:t>
        <a:bodyPr/>
        <a:lstStyle/>
        <a:p>
          <a:endParaRPr lang="en-US"/>
        </a:p>
      </dgm:t>
    </dgm:pt>
    <dgm:pt modelId="{5DDEEE77-BBA6-4F17-B05A-3B0D3CA1343B}" type="pres">
      <dgm:prSet presAssocID="{55BE505E-BB6B-4E7E-9C83-438976686D3D}" presName="diagram" presStyleCnt="0">
        <dgm:presLayoutVars>
          <dgm:dir/>
          <dgm:resizeHandles val="exact"/>
        </dgm:presLayoutVars>
      </dgm:prSet>
      <dgm:spPr/>
    </dgm:pt>
    <dgm:pt modelId="{02A76A27-6873-4A77-A9AD-F34F5466DD27}" type="pres">
      <dgm:prSet presAssocID="{FCC4DC18-0842-4A28-B8C9-1E4F13884FBF}" presName="node" presStyleLbl="node1" presStyleIdx="0" presStyleCnt="3">
        <dgm:presLayoutVars>
          <dgm:bulletEnabled val="1"/>
        </dgm:presLayoutVars>
      </dgm:prSet>
      <dgm:spPr/>
    </dgm:pt>
    <dgm:pt modelId="{9A041EEB-372C-4F63-8E92-29AD29100215}" type="pres">
      <dgm:prSet presAssocID="{D39B4965-ED07-42ED-8962-C13DF4551323}" presName="sibTrans" presStyleCnt="0"/>
      <dgm:spPr/>
    </dgm:pt>
    <dgm:pt modelId="{AD28E0F7-3363-4370-80D1-C3F1337DCC38}" type="pres">
      <dgm:prSet presAssocID="{FEE56041-48D3-42F7-876C-828365E05B15}" presName="node" presStyleLbl="node1" presStyleIdx="1" presStyleCnt="3">
        <dgm:presLayoutVars>
          <dgm:bulletEnabled val="1"/>
        </dgm:presLayoutVars>
      </dgm:prSet>
      <dgm:spPr/>
    </dgm:pt>
    <dgm:pt modelId="{3C8EC133-17FB-43DE-AACF-B07A507744DC}" type="pres">
      <dgm:prSet presAssocID="{DC9F487C-ED00-4528-88F5-9473D26C8F74}" presName="sibTrans" presStyleCnt="0"/>
      <dgm:spPr/>
    </dgm:pt>
    <dgm:pt modelId="{788638F5-7958-476A-BA0B-AE4E39CEC1FF}" type="pres">
      <dgm:prSet presAssocID="{299E642C-FBA9-4181-9348-0C52A019F306}" presName="node" presStyleLbl="node1" presStyleIdx="2" presStyleCnt="3">
        <dgm:presLayoutVars>
          <dgm:bulletEnabled val="1"/>
        </dgm:presLayoutVars>
      </dgm:prSet>
      <dgm:spPr/>
    </dgm:pt>
  </dgm:ptLst>
  <dgm:cxnLst>
    <dgm:cxn modelId="{71172F21-5AC5-485C-901E-C2BBB7814044}" type="presOf" srcId="{55BE505E-BB6B-4E7E-9C83-438976686D3D}" destId="{5DDEEE77-BBA6-4F17-B05A-3B0D3CA1343B}" srcOrd="0" destOrd="0" presId="urn:microsoft.com/office/officeart/2005/8/layout/default"/>
    <dgm:cxn modelId="{8D435944-7FD8-4537-BFBF-E73F88F66C86}" type="presOf" srcId="{FCC4DC18-0842-4A28-B8C9-1E4F13884FBF}" destId="{02A76A27-6873-4A77-A9AD-F34F5466DD27}" srcOrd="0" destOrd="0" presId="urn:microsoft.com/office/officeart/2005/8/layout/default"/>
    <dgm:cxn modelId="{EEF4BB45-45FD-4081-A82F-E80071C5B200}" srcId="{55BE505E-BB6B-4E7E-9C83-438976686D3D}" destId="{FCC4DC18-0842-4A28-B8C9-1E4F13884FBF}" srcOrd="0" destOrd="0" parTransId="{3242EEF7-60C4-4C7B-B688-04EB0F19722B}" sibTransId="{D39B4965-ED07-42ED-8962-C13DF4551323}"/>
    <dgm:cxn modelId="{1A9DF650-965D-4551-8CC4-9BD131349D84}" srcId="{55BE505E-BB6B-4E7E-9C83-438976686D3D}" destId="{FEE56041-48D3-42F7-876C-828365E05B15}" srcOrd="1" destOrd="0" parTransId="{0C5B2D06-6457-40FA-A231-11239206897B}" sibTransId="{DC9F487C-ED00-4528-88F5-9473D26C8F74}"/>
    <dgm:cxn modelId="{C2881593-F17B-497E-8BC4-5CAB53413B15}" srcId="{55BE505E-BB6B-4E7E-9C83-438976686D3D}" destId="{299E642C-FBA9-4181-9348-0C52A019F306}" srcOrd="2" destOrd="0" parTransId="{A6E37A0C-51A6-457A-A416-35F69C1874DB}" sibTransId="{120454E5-8628-4D17-9E42-1A0F446B04B3}"/>
    <dgm:cxn modelId="{300BB0C9-7F87-47A9-97D3-303E9196B956}" type="presOf" srcId="{FEE56041-48D3-42F7-876C-828365E05B15}" destId="{AD28E0F7-3363-4370-80D1-C3F1337DCC38}" srcOrd="0" destOrd="0" presId="urn:microsoft.com/office/officeart/2005/8/layout/default"/>
    <dgm:cxn modelId="{E73357CF-DAEC-4E52-85D9-DE60E7F5BA86}" type="presOf" srcId="{299E642C-FBA9-4181-9348-0C52A019F306}" destId="{788638F5-7958-476A-BA0B-AE4E39CEC1FF}" srcOrd="0" destOrd="0" presId="urn:microsoft.com/office/officeart/2005/8/layout/default"/>
    <dgm:cxn modelId="{5C73B477-8033-4FD6-80BC-9C0C13D020AD}" type="presParOf" srcId="{5DDEEE77-BBA6-4F17-B05A-3B0D3CA1343B}" destId="{02A76A27-6873-4A77-A9AD-F34F5466DD27}" srcOrd="0" destOrd="0" presId="urn:microsoft.com/office/officeart/2005/8/layout/default"/>
    <dgm:cxn modelId="{7F81DC79-4B1F-4FDD-9960-C9EC03E88171}" type="presParOf" srcId="{5DDEEE77-BBA6-4F17-B05A-3B0D3CA1343B}" destId="{9A041EEB-372C-4F63-8E92-29AD29100215}" srcOrd="1" destOrd="0" presId="urn:microsoft.com/office/officeart/2005/8/layout/default"/>
    <dgm:cxn modelId="{9023317B-4E4C-4F95-B002-F4C6D9EC5FFA}" type="presParOf" srcId="{5DDEEE77-BBA6-4F17-B05A-3B0D3CA1343B}" destId="{AD28E0F7-3363-4370-80D1-C3F1337DCC38}" srcOrd="2" destOrd="0" presId="urn:microsoft.com/office/officeart/2005/8/layout/default"/>
    <dgm:cxn modelId="{56F8E769-DEC6-4872-A5B8-1445A6C6BF69}" type="presParOf" srcId="{5DDEEE77-BBA6-4F17-B05A-3B0D3CA1343B}" destId="{3C8EC133-17FB-43DE-AACF-B07A507744DC}" srcOrd="3" destOrd="0" presId="urn:microsoft.com/office/officeart/2005/8/layout/default"/>
    <dgm:cxn modelId="{539D2CD0-5BC0-4A30-94F3-BD4FE4C44BCB}" type="presParOf" srcId="{5DDEEE77-BBA6-4F17-B05A-3B0D3CA1343B}" destId="{788638F5-7958-476A-BA0B-AE4E39CEC1FF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E9F13EF-1F93-48A4-8F8B-457658A43152}" type="doc">
      <dgm:prSet loTypeId="urn:microsoft.com/office/officeart/2005/8/layout/vProcess5" loCatId="process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BDB54B12-C35F-4AAA-A5FF-7A975B72DC3B}">
      <dgm:prSet/>
      <dgm:spPr/>
      <dgm:t>
        <a:bodyPr/>
        <a:lstStyle/>
        <a:p>
          <a:pPr>
            <a:defRPr cap="all"/>
          </a:pPr>
          <a:r>
            <a:rPr lang="en-US"/>
            <a:t>• Data Preprocessing</a:t>
          </a:r>
        </a:p>
      </dgm:t>
    </dgm:pt>
    <dgm:pt modelId="{1FFEDD34-745C-4D01-8DA9-7130307AEC6F}" type="parTrans" cxnId="{5843888A-8D6D-4889-AC99-D7E65E69CFCE}">
      <dgm:prSet/>
      <dgm:spPr/>
      <dgm:t>
        <a:bodyPr/>
        <a:lstStyle/>
        <a:p>
          <a:endParaRPr lang="en-US"/>
        </a:p>
      </dgm:t>
    </dgm:pt>
    <dgm:pt modelId="{DB70539A-734D-4794-BBDA-22D39E877BCE}" type="sibTrans" cxnId="{5843888A-8D6D-4889-AC99-D7E65E69CFCE}">
      <dgm:prSet/>
      <dgm:spPr/>
      <dgm:t>
        <a:bodyPr/>
        <a:lstStyle/>
        <a:p>
          <a:endParaRPr lang="en-US"/>
        </a:p>
      </dgm:t>
    </dgm:pt>
    <dgm:pt modelId="{7246EE85-DCA6-4B52-8FEF-44118A0CD50D}">
      <dgm:prSet/>
      <dgm:spPr/>
      <dgm:t>
        <a:bodyPr/>
        <a:lstStyle/>
        <a:p>
          <a:pPr>
            <a:defRPr cap="all"/>
          </a:pPr>
          <a:r>
            <a:rPr lang="en-US"/>
            <a:t>• Exploratory Data Analysis (EDA)</a:t>
          </a:r>
        </a:p>
      </dgm:t>
    </dgm:pt>
    <dgm:pt modelId="{FB79AB69-5486-4CFA-92B8-E82A09538CF5}" type="parTrans" cxnId="{9B4CF07D-7A78-4F2A-B55B-0B3BA93CA4C8}">
      <dgm:prSet/>
      <dgm:spPr/>
      <dgm:t>
        <a:bodyPr/>
        <a:lstStyle/>
        <a:p>
          <a:endParaRPr lang="en-US"/>
        </a:p>
      </dgm:t>
    </dgm:pt>
    <dgm:pt modelId="{0665F18A-EBDA-41A9-904A-C9554E47936B}" type="sibTrans" cxnId="{9B4CF07D-7A78-4F2A-B55B-0B3BA93CA4C8}">
      <dgm:prSet/>
      <dgm:spPr/>
      <dgm:t>
        <a:bodyPr/>
        <a:lstStyle/>
        <a:p>
          <a:endParaRPr lang="en-US"/>
        </a:p>
      </dgm:t>
    </dgm:pt>
    <dgm:pt modelId="{F4CBDBF4-D5B0-4D3B-A3E5-DAED47CB1505}">
      <dgm:prSet/>
      <dgm:spPr/>
      <dgm:t>
        <a:bodyPr/>
        <a:lstStyle/>
        <a:p>
          <a:pPr>
            <a:defRPr cap="all"/>
          </a:pPr>
          <a:r>
            <a:rPr lang="en-US"/>
            <a:t>• Feature Engineering</a:t>
          </a:r>
        </a:p>
      </dgm:t>
    </dgm:pt>
    <dgm:pt modelId="{807451B1-7246-44B7-89F6-A3CA31729A38}" type="parTrans" cxnId="{7F3972ED-0EFB-4354-A20A-730896E2F669}">
      <dgm:prSet/>
      <dgm:spPr/>
      <dgm:t>
        <a:bodyPr/>
        <a:lstStyle/>
        <a:p>
          <a:endParaRPr lang="en-US"/>
        </a:p>
      </dgm:t>
    </dgm:pt>
    <dgm:pt modelId="{3DD57828-0EC0-4D6A-8736-28E6C24B9F4A}" type="sibTrans" cxnId="{7F3972ED-0EFB-4354-A20A-730896E2F669}">
      <dgm:prSet/>
      <dgm:spPr/>
      <dgm:t>
        <a:bodyPr/>
        <a:lstStyle/>
        <a:p>
          <a:endParaRPr lang="en-US"/>
        </a:p>
      </dgm:t>
    </dgm:pt>
    <dgm:pt modelId="{93EBC3E0-43AF-4D16-9054-48CB74ECBE63}">
      <dgm:prSet/>
      <dgm:spPr/>
      <dgm:t>
        <a:bodyPr/>
        <a:lstStyle/>
        <a:p>
          <a:pPr>
            <a:defRPr cap="all"/>
          </a:pPr>
          <a:r>
            <a:rPr lang="en-US"/>
            <a:t>• Machine Learning Model Training</a:t>
          </a:r>
        </a:p>
      </dgm:t>
    </dgm:pt>
    <dgm:pt modelId="{976180B4-3E7F-4E5E-838E-BE3CE7DB2D92}" type="parTrans" cxnId="{64C72C83-B306-4E6D-BFF0-9A94B77D18F5}">
      <dgm:prSet/>
      <dgm:spPr/>
      <dgm:t>
        <a:bodyPr/>
        <a:lstStyle/>
        <a:p>
          <a:endParaRPr lang="en-US"/>
        </a:p>
      </dgm:t>
    </dgm:pt>
    <dgm:pt modelId="{32D54635-C5E6-46A9-8F26-8A8DBDA2D373}" type="sibTrans" cxnId="{64C72C83-B306-4E6D-BFF0-9A94B77D18F5}">
      <dgm:prSet/>
      <dgm:spPr/>
      <dgm:t>
        <a:bodyPr/>
        <a:lstStyle/>
        <a:p>
          <a:endParaRPr lang="en-US"/>
        </a:p>
      </dgm:t>
    </dgm:pt>
    <dgm:pt modelId="{33208513-32B6-4F26-A90A-2A66E3D6C3D4}">
      <dgm:prSet/>
      <dgm:spPr/>
      <dgm:t>
        <a:bodyPr/>
        <a:lstStyle/>
        <a:p>
          <a:pPr>
            <a:defRPr cap="all"/>
          </a:pPr>
          <a:r>
            <a:rPr lang="en-US"/>
            <a:t>• Model Testing and Evaluation</a:t>
          </a:r>
        </a:p>
      </dgm:t>
    </dgm:pt>
    <dgm:pt modelId="{DD698BC2-1E9D-46F5-95C8-AEAAD6342C41}" type="parTrans" cxnId="{5827D55E-56D1-44D2-B22F-3521414171F4}">
      <dgm:prSet/>
      <dgm:spPr/>
      <dgm:t>
        <a:bodyPr/>
        <a:lstStyle/>
        <a:p>
          <a:endParaRPr lang="en-US"/>
        </a:p>
      </dgm:t>
    </dgm:pt>
    <dgm:pt modelId="{0DC2B0D9-E5B6-4C0D-B851-222FB01B2965}" type="sibTrans" cxnId="{5827D55E-56D1-44D2-B22F-3521414171F4}">
      <dgm:prSet/>
      <dgm:spPr/>
      <dgm:t>
        <a:bodyPr/>
        <a:lstStyle/>
        <a:p>
          <a:endParaRPr lang="en-US"/>
        </a:p>
      </dgm:t>
    </dgm:pt>
    <dgm:pt modelId="{5337E532-0F6C-4147-A601-AE43A06444F5}" type="pres">
      <dgm:prSet presAssocID="{2E9F13EF-1F93-48A4-8F8B-457658A43152}" presName="outerComposite" presStyleCnt="0">
        <dgm:presLayoutVars>
          <dgm:chMax val="5"/>
          <dgm:dir/>
          <dgm:resizeHandles val="exact"/>
        </dgm:presLayoutVars>
      </dgm:prSet>
      <dgm:spPr/>
    </dgm:pt>
    <dgm:pt modelId="{8543C3EE-6F87-48A9-906A-01946388C4C3}" type="pres">
      <dgm:prSet presAssocID="{2E9F13EF-1F93-48A4-8F8B-457658A43152}" presName="dummyMaxCanvas" presStyleCnt="0">
        <dgm:presLayoutVars/>
      </dgm:prSet>
      <dgm:spPr/>
    </dgm:pt>
    <dgm:pt modelId="{D4A96F80-6BBE-4A1C-BC83-CD545DD4551C}" type="pres">
      <dgm:prSet presAssocID="{2E9F13EF-1F93-48A4-8F8B-457658A43152}" presName="FiveNodes_1" presStyleLbl="node1" presStyleIdx="0" presStyleCnt="5">
        <dgm:presLayoutVars>
          <dgm:bulletEnabled val="1"/>
        </dgm:presLayoutVars>
      </dgm:prSet>
      <dgm:spPr/>
    </dgm:pt>
    <dgm:pt modelId="{72CE005F-F536-40E5-BF13-30FF6003D903}" type="pres">
      <dgm:prSet presAssocID="{2E9F13EF-1F93-48A4-8F8B-457658A43152}" presName="FiveNodes_2" presStyleLbl="node1" presStyleIdx="1" presStyleCnt="5">
        <dgm:presLayoutVars>
          <dgm:bulletEnabled val="1"/>
        </dgm:presLayoutVars>
      </dgm:prSet>
      <dgm:spPr/>
    </dgm:pt>
    <dgm:pt modelId="{916F98DC-9858-438D-BD6F-26FC49B70145}" type="pres">
      <dgm:prSet presAssocID="{2E9F13EF-1F93-48A4-8F8B-457658A43152}" presName="FiveNodes_3" presStyleLbl="node1" presStyleIdx="2" presStyleCnt="5">
        <dgm:presLayoutVars>
          <dgm:bulletEnabled val="1"/>
        </dgm:presLayoutVars>
      </dgm:prSet>
      <dgm:spPr/>
    </dgm:pt>
    <dgm:pt modelId="{8705BCDF-F45B-4639-8FEE-176BD66992E6}" type="pres">
      <dgm:prSet presAssocID="{2E9F13EF-1F93-48A4-8F8B-457658A43152}" presName="FiveNodes_4" presStyleLbl="node1" presStyleIdx="3" presStyleCnt="5">
        <dgm:presLayoutVars>
          <dgm:bulletEnabled val="1"/>
        </dgm:presLayoutVars>
      </dgm:prSet>
      <dgm:spPr/>
    </dgm:pt>
    <dgm:pt modelId="{0B85C820-448A-4673-A4BC-EAEFE89B4E5C}" type="pres">
      <dgm:prSet presAssocID="{2E9F13EF-1F93-48A4-8F8B-457658A43152}" presName="FiveNodes_5" presStyleLbl="node1" presStyleIdx="4" presStyleCnt="5">
        <dgm:presLayoutVars>
          <dgm:bulletEnabled val="1"/>
        </dgm:presLayoutVars>
      </dgm:prSet>
      <dgm:spPr/>
    </dgm:pt>
    <dgm:pt modelId="{17D945A4-716E-43FF-AA76-1A92A8564F13}" type="pres">
      <dgm:prSet presAssocID="{2E9F13EF-1F93-48A4-8F8B-457658A43152}" presName="FiveConn_1-2" presStyleLbl="fgAccFollowNode1" presStyleIdx="0" presStyleCnt="4">
        <dgm:presLayoutVars>
          <dgm:bulletEnabled val="1"/>
        </dgm:presLayoutVars>
      </dgm:prSet>
      <dgm:spPr/>
    </dgm:pt>
    <dgm:pt modelId="{7ED20F4B-AAA3-448F-BF67-C78D18850BD7}" type="pres">
      <dgm:prSet presAssocID="{2E9F13EF-1F93-48A4-8F8B-457658A43152}" presName="FiveConn_2-3" presStyleLbl="fgAccFollowNode1" presStyleIdx="1" presStyleCnt="4">
        <dgm:presLayoutVars>
          <dgm:bulletEnabled val="1"/>
        </dgm:presLayoutVars>
      </dgm:prSet>
      <dgm:spPr/>
    </dgm:pt>
    <dgm:pt modelId="{33EFF2CF-B574-4481-A791-226C86818566}" type="pres">
      <dgm:prSet presAssocID="{2E9F13EF-1F93-48A4-8F8B-457658A43152}" presName="FiveConn_3-4" presStyleLbl="fgAccFollowNode1" presStyleIdx="2" presStyleCnt="4">
        <dgm:presLayoutVars>
          <dgm:bulletEnabled val="1"/>
        </dgm:presLayoutVars>
      </dgm:prSet>
      <dgm:spPr/>
    </dgm:pt>
    <dgm:pt modelId="{69D0A42F-FE34-414E-8750-01FCCB598A89}" type="pres">
      <dgm:prSet presAssocID="{2E9F13EF-1F93-48A4-8F8B-457658A43152}" presName="FiveConn_4-5" presStyleLbl="fgAccFollowNode1" presStyleIdx="3" presStyleCnt="4">
        <dgm:presLayoutVars>
          <dgm:bulletEnabled val="1"/>
        </dgm:presLayoutVars>
      </dgm:prSet>
      <dgm:spPr/>
    </dgm:pt>
    <dgm:pt modelId="{24813A53-D3EE-423B-9431-7BC40BB47EA4}" type="pres">
      <dgm:prSet presAssocID="{2E9F13EF-1F93-48A4-8F8B-457658A43152}" presName="FiveNodes_1_text" presStyleLbl="node1" presStyleIdx="4" presStyleCnt="5">
        <dgm:presLayoutVars>
          <dgm:bulletEnabled val="1"/>
        </dgm:presLayoutVars>
      </dgm:prSet>
      <dgm:spPr/>
    </dgm:pt>
    <dgm:pt modelId="{E1AF8BA0-ABBC-467E-BB63-E472B51D2EDB}" type="pres">
      <dgm:prSet presAssocID="{2E9F13EF-1F93-48A4-8F8B-457658A43152}" presName="FiveNodes_2_text" presStyleLbl="node1" presStyleIdx="4" presStyleCnt="5">
        <dgm:presLayoutVars>
          <dgm:bulletEnabled val="1"/>
        </dgm:presLayoutVars>
      </dgm:prSet>
      <dgm:spPr/>
    </dgm:pt>
    <dgm:pt modelId="{F0CD3606-F051-40F6-873D-4F329E003304}" type="pres">
      <dgm:prSet presAssocID="{2E9F13EF-1F93-48A4-8F8B-457658A43152}" presName="FiveNodes_3_text" presStyleLbl="node1" presStyleIdx="4" presStyleCnt="5">
        <dgm:presLayoutVars>
          <dgm:bulletEnabled val="1"/>
        </dgm:presLayoutVars>
      </dgm:prSet>
      <dgm:spPr/>
    </dgm:pt>
    <dgm:pt modelId="{E3BA77FF-1148-4D9A-A232-43F2CB71DF09}" type="pres">
      <dgm:prSet presAssocID="{2E9F13EF-1F93-48A4-8F8B-457658A43152}" presName="FiveNodes_4_text" presStyleLbl="node1" presStyleIdx="4" presStyleCnt="5">
        <dgm:presLayoutVars>
          <dgm:bulletEnabled val="1"/>
        </dgm:presLayoutVars>
      </dgm:prSet>
      <dgm:spPr/>
    </dgm:pt>
    <dgm:pt modelId="{69AE607B-C544-46E5-B16B-CBFB51E566D7}" type="pres">
      <dgm:prSet presAssocID="{2E9F13EF-1F93-48A4-8F8B-457658A43152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01352300-03EB-4ED8-8A54-3F1F5DBA82A5}" type="presOf" srcId="{0665F18A-EBDA-41A9-904A-C9554E47936B}" destId="{7ED20F4B-AAA3-448F-BF67-C78D18850BD7}" srcOrd="0" destOrd="0" presId="urn:microsoft.com/office/officeart/2005/8/layout/vProcess5"/>
    <dgm:cxn modelId="{4F819613-6AA5-4B2C-A6F0-D8982FE16E31}" type="presOf" srcId="{33208513-32B6-4F26-A90A-2A66E3D6C3D4}" destId="{0B85C820-448A-4673-A4BC-EAEFE89B4E5C}" srcOrd="0" destOrd="0" presId="urn:microsoft.com/office/officeart/2005/8/layout/vProcess5"/>
    <dgm:cxn modelId="{6936DB1D-F493-48BE-A04E-8F9F62332B62}" type="presOf" srcId="{93EBC3E0-43AF-4D16-9054-48CB74ECBE63}" destId="{E3BA77FF-1148-4D9A-A232-43F2CB71DF09}" srcOrd="1" destOrd="0" presId="urn:microsoft.com/office/officeart/2005/8/layout/vProcess5"/>
    <dgm:cxn modelId="{960D9521-0E94-46F5-86CC-4E0F03CE024A}" type="presOf" srcId="{32D54635-C5E6-46A9-8F26-8A8DBDA2D373}" destId="{69D0A42F-FE34-414E-8750-01FCCB598A89}" srcOrd="0" destOrd="0" presId="urn:microsoft.com/office/officeart/2005/8/layout/vProcess5"/>
    <dgm:cxn modelId="{C5517A25-434D-416B-B953-41A021666CA8}" type="presOf" srcId="{93EBC3E0-43AF-4D16-9054-48CB74ECBE63}" destId="{8705BCDF-F45B-4639-8FEE-176BD66992E6}" srcOrd="0" destOrd="0" presId="urn:microsoft.com/office/officeart/2005/8/layout/vProcess5"/>
    <dgm:cxn modelId="{82401228-1AF1-4FA4-AE90-552787A63785}" type="presOf" srcId="{BDB54B12-C35F-4AAA-A5FF-7A975B72DC3B}" destId="{24813A53-D3EE-423B-9431-7BC40BB47EA4}" srcOrd="1" destOrd="0" presId="urn:microsoft.com/office/officeart/2005/8/layout/vProcess5"/>
    <dgm:cxn modelId="{2CAEE834-7F35-452B-B922-60035CB54A3D}" type="presOf" srcId="{F4CBDBF4-D5B0-4D3B-A3E5-DAED47CB1505}" destId="{916F98DC-9858-438D-BD6F-26FC49B70145}" srcOrd="0" destOrd="0" presId="urn:microsoft.com/office/officeart/2005/8/layout/vProcess5"/>
    <dgm:cxn modelId="{5827D55E-56D1-44D2-B22F-3521414171F4}" srcId="{2E9F13EF-1F93-48A4-8F8B-457658A43152}" destId="{33208513-32B6-4F26-A90A-2A66E3D6C3D4}" srcOrd="4" destOrd="0" parTransId="{DD698BC2-1E9D-46F5-95C8-AEAAD6342C41}" sibTransId="{0DC2B0D9-E5B6-4C0D-B851-222FB01B2965}"/>
    <dgm:cxn modelId="{7719E466-4B43-455B-A17E-5A1C0E0828F3}" type="presOf" srcId="{DB70539A-734D-4794-BBDA-22D39E877BCE}" destId="{17D945A4-716E-43FF-AA76-1A92A8564F13}" srcOrd="0" destOrd="0" presId="urn:microsoft.com/office/officeart/2005/8/layout/vProcess5"/>
    <dgm:cxn modelId="{E4D13F47-BC35-451B-AB77-4BFB32415645}" type="presOf" srcId="{3DD57828-0EC0-4D6A-8736-28E6C24B9F4A}" destId="{33EFF2CF-B574-4481-A791-226C86818566}" srcOrd="0" destOrd="0" presId="urn:microsoft.com/office/officeart/2005/8/layout/vProcess5"/>
    <dgm:cxn modelId="{9F654A76-E7C8-42C0-91CF-E8A48712A775}" type="presOf" srcId="{F4CBDBF4-D5B0-4D3B-A3E5-DAED47CB1505}" destId="{F0CD3606-F051-40F6-873D-4F329E003304}" srcOrd="1" destOrd="0" presId="urn:microsoft.com/office/officeart/2005/8/layout/vProcess5"/>
    <dgm:cxn modelId="{4DF63B57-815E-4585-BCC7-081620303E2E}" type="presOf" srcId="{2E9F13EF-1F93-48A4-8F8B-457658A43152}" destId="{5337E532-0F6C-4147-A601-AE43A06444F5}" srcOrd="0" destOrd="0" presId="urn:microsoft.com/office/officeart/2005/8/layout/vProcess5"/>
    <dgm:cxn modelId="{9B4CF07D-7A78-4F2A-B55B-0B3BA93CA4C8}" srcId="{2E9F13EF-1F93-48A4-8F8B-457658A43152}" destId="{7246EE85-DCA6-4B52-8FEF-44118A0CD50D}" srcOrd="1" destOrd="0" parTransId="{FB79AB69-5486-4CFA-92B8-E82A09538CF5}" sibTransId="{0665F18A-EBDA-41A9-904A-C9554E47936B}"/>
    <dgm:cxn modelId="{64C72C83-B306-4E6D-BFF0-9A94B77D18F5}" srcId="{2E9F13EF-1F93-48A4-8F8B-457658A43152}" destId="{93EBC3E0-43AF-4D16-9054-48CB74ECBE63}" srcOrd="3" destOrd="0" parTransId="{976180B4-3E7F-4E5E-838E-BE3CE7DB2D92}" sibTransId="{32D54635-C5E6-46A9-8F26-8A8DBDA2D373}"/>
    <dgm:cxn modelId="{0B990F87-0CA0-41CD-8773-8783FDFC5170}" type="presOf" srcId="{7246EE85-DCA6-4B52-8FEF-44118A0CD50D}" destId="{E1AF8BA0-ABBC-467E-BB63-E472B51D2EDB}" srcOrd="1" destOrd="0" presId="urn:microsoft.com/office/officeart/2005/8/layout/vProcess5"/>
    <dgm:cxn modelId="{5843888A-8D6D-4889-AC99-D7E65E69CFCE}" srcId="{2E9F13EF-1F93-48A4-8F8B-457658A43152}" destId="{BDB54B12-C35F-4AAA-A5FF-7A975B72DC3B}" srcOrd="0" destOrd="0" parTransId="{1FFEDD34-745C-4D01-8DA9-7130307AEC6F}" sibTransId="{DB70539A-734D-4794-BBDA-22D39E877BCE}"/>
    <dgm:cxn modelId="{FDF457A7-78D8-483F-B68E-76F5102006C3}" type="presOf" srcId="{7246EE85-DCA6-4B52-8FEF-44118A0CD50D}" destId="{72CE005F-F536-40E5-BF13-30FF6003D903}" srcOrd="0" destOrd="0" presId="urn:microsoft.com/office/officeart/2005/8/layout/vProcess5"/>
    <dgm:cxn modelId="{4C5A31C1-10BD-43B3-BF72-054186C8440A}" type="presOf" srcId="{BDB54B12-C35F-4AAA-A5FF-7A975B72DC3B}" destId="{D4A96F80-6BBE-4A1C-BC83-CD545DD4551C}" srcOrd="0" destOrd="0" presId="urn:microsoft.com/office/officeart/2005/8/layout/vProcess5"/>
    <dgm:cxn modelId="{8BB1AFCB-75FA-4910-9CEE-8A63B1CCB18B}" type="presOf" srcId="{33208513-32B6-4F26-A90A-2A66E3D6C3D4}" destId="{69AE607B-C544-46E5-B16B-CBFB51E566D7}" srcOrd="1" destOrd="0" presId="urn:microsoft.com/office/officeart/2005/8/layout/vProcess5"/>
    <dgm:cxn modelId="{7F3972ED-0EFB-4354-A20A-730896E2F669}" srcId="{2E9F13EF-1F93-48A4-8F8B-457658A43152}" destId="{F4CBDBF4-D5B0-4D3B-A3E5-DAED47CB1505}" srcOrd="2" destOrd="0" parTransId="{807451B1-7246-44B7-89F6-A3CA31729A38}" sibTransId="{3DD57828-0EC0-4D6A-8736-28E6C24B9F4A}"/>
    <dgm:cxn modelId="{FD3FCF9A-2F50-4B7C-A469-2480380A2371}" type="presParOf" srcId="{5337E532-0F6C-4147-A601-AE43A06444F5}" destId="{8543C3EE-6F87-48A9-906A-01946388C4C3}" srcOrd="0" destOrd="0" presId="urn:microsoft.com/office/officeart/2005/8/layout/vProcess5"/>
    <dgm:cxn modelId="{7999D7B5-3773-4815-A580-FBF140F520D4}" type="presParOf" srcId="{5337E532-0F6C-4147-A601-AE43A06444F5}" destId="{D4A96F80-6BBE-4A1C-BC83-CD545DD4551C}" srcOrd="1" destOrd="0" presId="urn:microsoft.com/office/officeart/2005/8/layout/vProcess5"/>
    <dgm:cxn modelId="{F50F6C9A-8B7D-4EC7-A9FE-31CA93416F12}" type="presParOf" srcId="{5337E532-0F6C-4147-A601-AE43A06444F5}" destId="{72CE005F-F536-40E5-BF13-30FF6003D903}" srcOrd="2" destOrd="0" presId="urn:microsoft.com/office/officeart/2005/8/layout/vProcess5"/>
    <dgm:cxn modelId="{7FCC904A-E619-44E2-BB86-052204616778}" type="presParOf" srcId="{5337E532-0F6C-4147-A601-AE43A06444F5}" destId="{916F98DC-9858-438D-BD6F-26FC49B70145}" srcOrd="3" destOrd="0" presId="urn:microsoft.com/office/officeart/2005/8/layout/vProcess5"/>
    <dgm:cxn modelId="{9CC33626-0241-40F9-AFE1-014152B273E0}" type="presParOf" srcId="{5337E532-0F6C-4147-A601-AE43A06444F5}" destId="{8705BCDF-F45B-4639-8FEE-176BD66992E6}" srcOrd="4" destOrd="0" presId="urn:microsoft.com/office/officeart/2005/8/layout/vProcess5"/>
    <dgm:cxn modelId="{B724EBD3-DB3F-4820-80F8-BE201F4CEA0E}" type="presParOf" srcId="{5337E532-0F6C-4147-A601-AE43A06444F5}" destId="{0B85C820-448A-4673-A4BC-EAEFE89B4E5C}" srcOrd="5" destOrd="0" presId="urn:microsoft.com/office/officeart/2005/8/layout/vProcess5"/>
    <dgm:cxn modelId="{739A896F-EF4E-4ADB-9732-E166B2AA897E}" type="presParOf" srcId="{5337E532-0F6C-4147-A601-AE43A06444F5}" destId="{17D945A4-716E-43FF-AA76-1A92A8564F13}" srcOrd="6" destOrd="0" presId="urn:microsoft.com/office/officeart/2005/8/layout/vProcess5"/>
    <dgm:cxn modelId="{F889082C-D7DF-499F-BCEA-D78F98AE0849}" type="presParOf" srcId="{5337E532-0F6C-4147-A601-AE43A06444F5}" destId="{7ED20F4B-AAA3-448F-BF67-C78D18850BD7}" srcOrd="7" destOrd="0" presId="urn:microsoft.com/office/officeart/2005/8/layout/vProcess5"/>
    <dgm:cxn modelId="{B7DC35CD-D940-4662-9298-BD19B52E6CC1}" type="presParOf" srcId="{5337E532-0F6C-4147-A601-AE43A06444F5}" destId="{33EFF2CF-B574-4481-A791-226C86818566}" srcOrd="8" destOrd="0" presId="urn:microsoft.com/office/officeart/2005/8/layout/vProcess5"/>
    <dgm:cxn modelId="{6239BD7C-BAC6-48B2-A316-7FE310E4D7EF}" type="presParOf" srcId="{5337E532-0F6C-4147-A601-AE43A06444F5}" destId="{69D0A42F-FE34-414E-8750-01FCCB598A89}" srcOrd="9" destOrd="0" presId="urn:microsoft.com/office/officeart/2005/8/layout/vProcess5"/>
    <dgm:cxn modelId="{A2215324-63BE-4786-8063-6B585D13C831}" type="presParOf" srcId="{5337E532-0F6C-4147-A601-AE43A06444F5}" destId="{24813A53-D3EE-423B-9431-7BC40BB47EA4}" srcOrd="10" destOrd="0" presId="urn:microsoft.com/office/officeart/2005/8/layout/vProcess5"/>
    <dgm:cxn modelId="{AEB53B2B-928B-4A88-8B2D-FD5D8354FB98}" type="presParOf" srcId="{5337E532-0F6C-4147-A601-AE43A06444F5}" destId="{E1AF8BA0-ABBC-467E-BB63-E472B51D2EDB}" srcOrd="11" destOrd="0" presId="urn:microsoft.com/office/officeart/2005/8/layout/vProcess5"/>
    <dgm:cxn modelId="{3F15A589-78CA-4C88-951A-BBEDBC22A360}" type="presParOf" srcId="{5337E532-0F6C-4147-A601-AE43A06444F5}" destId="{F0CD3606-F051-40F6-873D-4F329E003304}" srcOrd="12" destOrd="0" presId="urn:microsoft.com/office/officeart/2005/8/layout/vProcess5"/>
    <dgm:cxn modelId="{06E11001-458A-45C0-AB72-C0E1D5CA5CB1}" type="presParOf" srcId="{5337E532-0F6C-4147-A601-AE43A06444F5}" destId="{E3BA77FF-1148-4D9A-A232-43F2CB71DF09}" srcOrd="13" destOrd="0" presId="urn:microsoft.com/office/officeart/2005/8/layout/vProcess5"/>
    <dgm:cxn modelId="{A4E4454A-51EF-4779-AFBC-6D718CA94DDD}" type="presParOf" srcId="{5337E532-0F6C-4147-A601-AE43A06444F5}" destId="{69AE607B-C544-46E5-B16B-CBFB51E566D7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7E98EF1-688E-4DF9-BB68-85A53D80DCB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C809B18B-C4EE-432F-AAAD-F8831BB49E9B}">
      <dgm:prSet/>
      <dgm:spPr/>
      <dgm:t>
        <a:bodyPr/>
        <a:lstStyle/>
        <a:p>
          <a:r>
            <a:rPr lang="en-US"/>
            <a:t>• Visualizations include production trends, correlations, predictions</a:t>
          </a:r>
        </a:p>
      </dgm:t>
    </dgm:pt>
    <dgm:pt modelId="{BFC779C6-6B30-4A5F-AFE3-1B0ACA6C5818}" type="parTrans" cxnId="{D77BF52D-CEC6-413A-BB30-8AC556F74A88}">
      <dgm:prSet/>
      <dgm:spPr/>
      <dgm:t>
        <a:bodyPr/>
        <a:lstStyle/>
        <a:p>
          <a:endParaRPr lang="en-US"/>
        </a:p>
      </dgm:t>
    </dgm:pt>
    <dgm:pt modelId="{08F0CCBA-B957-41B1-9627-5EE1275CD836}" type="sibTrans" cxnId="{D77BF52D-CEC6-413A-BB30-8AC556F74A88}">
      <dgm:prSet/>
      <dgm:spPr/>
      <dgm:t>
        <a:bodyPr/>
        <a:lstStyle/>
        <a:p>
          <a:endParaRPr lang="en-US"/>
        </a:p>
      </dgm:t>
    </dgm:pt>
    <dgm:pt modelId="{B2C8CE13-3BAC-4F31-A642-33D8295476C0}">
      <dgm:prSet/>
      <dgm:spPr/>
      <dgm:t>
        <a:bodyPr/>
        <a:lstStyle/>
        <a:p>
          <a:r>
            <a:rPr lang="en-US"/>
            <a:t>• ML model performance summarized</a:t>
          </a:r>
        </a:p>
      </dgm:t>
    </dgm:pt>
    <dgm:pt modelId="{78D6DCB9-E14C-4EFC-AC63-77FE29ACEE35}" type="parTrans" cxnId="{615A78C9-1682-4271-8C26-4403190F225F}">
      <dgm:prSet/>
      <dgm:spPr/>
      <dgm:t>
        <a:bodyPr/>
        <a:lstStyle/>
        <a:p>
          <a:endParaRPr lang="en-US"/>
        </a:p>
      </dgm:t>
    </dgm:pt>
    <dgm:pt modelId="{2C8323C0-B8BB-4072-B7BD-860D292E937E}" type="sibTrans" cxnId="{615A78C9-1682-4271-8C26-4403190F225F}">
      <dgm:prSet/>
      <dgm:spPr/>
      <dgm:t>
        <a:bodyPr/>
        <a:lstStyle/>
        <a:p>
          <a:endParaRPr lang="en-US"/>
        </a:p>
      </dgm:t>
    </dgm:pt>
    <dgm:pt modelId="{89F8C8E4-C707-4FBA-9BDB-1ED5C051F6A8}">
      <dgm:prSet/>
      <dgm:spPr/>
      <dgm:t>
        <a:bodyPr/>
        <a:lstStyle/>
        <a:p>
          <a:r>
            <a:rPr lang="en-US"/>
            <a:t>• Accuracy metrics indicate forecasting reliability</a:t>
          </a:r>
        </a:p>
      </dgm:t>
    </dgm:pt>
    <dgm:pt modelId="{627EFF75-5387-43C6-9AA5-3E7968341A79}" type="parTrans" cxnId="{30388AC7-584F-4AA5-86E6-78157FA3666F}">
      <dgm:prSet/>
      <dgm:spPr/>
      <dgm:t>
        <a:bodyPr/>
        <a:lstStyle/>
        <a:p>
          <a:endParaRPr lang="en-US"/>
        </a:p>
      </dgm:t>
    </dgm:pt>
    <dgm:pt modelId="{7655484D-C0AD-4070-B92E-C2CB92CDF816}" type="sibTrans" cxnId="{30388AC7-584F-4AA5-86E6-78157FA3666F}">
      <dgm:prSet/>
      <dgm:spPr/>
      <dgm:t>
        <a:bodyPr/>
        <a:lstStyle/>
        <a:p>
          <a:endParaRPr lang="en-US"/>
        </a:p>
      </dgm:t>
    </dgm:pt>
    <dgm:pt modelId="{61F5FC58-5EE4-46F8-A27F-CFF9A6C844D7}" type="pres">
      <dgm:prSet presAssocID="{C7E98EF1-688E-4DF9-BB68-85A53D80DCB5}" presName="root" presStyleCnt="0">
        <dgm:presLayoutVars>
          <dgm:dir/>
          <dgm:resizeHandles val="exact"/>
        </dgm:presLayoutVars>
      </dgm:prSet>
      <dgm:spPr/>
    </dgm:pt>
    <dgm:pt modelId="{3A04D599-4D45-43AC-AF67-0B9CED20A525}" type="pres">
      <dgm:prSet presAssocID="{C809B18B-C4EE-432F-AAAD-F8831BB49E9B}" presName="compNode" presStyleCnt="0"/>
      <dgm:spPr/>
    </dgm:pt>
    <dgm:pt modelId="{4DC6E585-8B79-4D8B-A9CF-927BD2563C4E}" type="pres">
      <dgm:prSet presAssocID="{C809B18B-C4EE-432F-AAAD-F8831BB49E9B}" presName="bgRect" presStyleLbl="bgShp" presStyleIdx="0" presStyleCnt="3"/>
      <dgm:spPr/>
    </dgm:pt>
    <dgm:pt modelId="{51053C18-11AF-48F0-8A1C-13C5FE169C1E}" type="pres">
      <dgm:prSet presAssocID="{C809B18B-C4EE-432F-AAAD-F8831BB49E9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DDBDC22F-A0B4-4375-91F1-C7B6C27B595F}" type="pres">
      <dgm:prSet presAssocID="{C809B18B-C4EE-432F-AAAD-F8831BB49E9B}" presName="spaceRect" presStyleCnt="0"/>
      <dgm:spPr/>
    </dgm:pt>
    <dgm:pt modelId="{E69088C6-B5F1-49D7-AAF2-EC77943B56C1}" type="pres">
      <dgm:prSet presAssocID="{C809B18B-C4EE-432F-AAAD-F8831BB49E9B}" presName="parTx" presStyleLbl="revTx" presStyleIdx="0" presStyleCnt="3">
        <dgm:presLayoutVars>
          <dgm:chMax val="0"/>
          <dgm:chPref val="0"/>
        </dgm:presLayoutVars>
      </dgm:prSet>
      <dgm:spPr/>
    </dgm:pt>
    <dgm:pt modelId="{43AC17B1-77AB-44D6-8577-663FCD79752C}" type="pres">
      <dgm:prSet presAssocID="{08F0CCBA-B957-41B1-9627-5EE1275CD836}" presName="sibTrans" presStyleCnt="0"/>
      <dgm:spPr/>
    </dgm:pt>
    <dgm:pt modelId="{834412C9-FADC-4713-8382-7D6A6C125B99}" type="pres">
      <dgm:prSet presAssocID="{B2C8CE13-3BAC-4F31-A642-33D8295476C0}" presName="compNode" presStyleCnt="0"/>
      <dgm:spPr/>
    </dgm:pt>
    <dgm:pt modelId="{D3A2D587-C4AE-48C0-BB6F-B02251C5F4CB}" type="pres">
      <dgm:prSet presAssocID="{B2C8CE13-3BAC-4F31-A642-33D8295476C0}" presName="bgRect" presStyleLbl="bgShp" presStyleIdx="1" presStyleCnt="3"/>
      <dgm:spPr/>
    </dgm:pt>
    <dgm:pt modelId="{37D6FC7A-02AA-405A-A147-599DA0FD88FD}" type="pres">
      <dgm:prSet presAssocID="{B2C8CE13-3BAC-4F31-A642-33D8295476C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BAC880A2-F3ED-4F4C-8BD2-7FCD415DE273}" type="pres">
      <dgm:prSet presAssocID="{B2C8CE13-3BAC-4F31-A642-33D8295476C0}" presName="spaceRect" presStyleCnt="0"/>
      <dgm:spPr/>
    </dgm:pt>
    <dgm:pt modelId="{90B77B5B-E84F-4BE9-862C-0814D3514C2D}" type="pres">
      <dgm:prSet presAssocID="{B2C8CE13-3BAC-4F31-A642-33D8295476C0}" presName="parTx" presStyleLbl="revTx" presStyleIdx="1" presStyleCnt="3">
        <dgm:presLayoutVars>
          <dgm:chMax val="0"/>
          <dgm:chPref val="0"/>
        </dgm:presLayoutVars>
      </dgm:prSet>
      <dgm:spPr/>
    </dgm:pt>
    <dgm:pt modelId="{2E751CD2-EF41-4F43-B69C-585677BAD526}" type="pres">
      <dgm:prSet presAssocID="{2C8323C0-B8BB-4072-B7BD-860D292E937E}" presName="sibTrans" presStyleCnt="0"/>
      <dgm:spPr/>
    </dgm:pt>
    <dgm:pt modelId="{25B74B9C-5219-4948-9B1B-4C524774F51E}" type="pres">
      <dgm:prSet presAssocID="{89F8C8E4-C707-4FBA-9BDB-1ED5C051F6A8}" presName="compNode" presStyleCnt="0"/>
      <dgm:spPr/>
    </dgm:pt>
    <dgm:pt modelId="{72E96B6C-8989-4531-A9A8-84DEB1949F9C}" type="pres">
      <dgm:prSet presAssocID="{89F8C8E4-C707-4FBA-9BDB-1ED5C051F6A8}" presName="bgRect" presStyleLbl="bgShp" presStyleIdx="2" presStyleCnt="3"/>
      <dgm:spPr/>
    </dgm:pt>
    <dgm:pt modelId="{6C771109-A150-499F-AF91-F084106BA7CA}" type="pres">
      <dgm:prSet presAssocID="{89F8C8E4-C707-4FBA-9BDB-1ED5C051F6A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FA563E38-3601-46AB-903D-0884D22E5D1C}" type="pres">
      <dgm:prSet presAssocID="{89F8C8E4-C707-4FBA-9BDB-1ED5C051F6A8}" presName="spaceRect" presStyleCnt="0"/>
      <dgm:spPr/>
    </dgm:pt>
    <dgm:pt modelId="{566202AF-2E56-4C16-8227-65C633D40C96}" type="pres">
      <dgm:prSet presAssocID="{89F8C8E4-C707-4FBA-9BDB-1ED5C051F6A8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B148F513-D788-4F2F-B4D6-653EC6BFBCA1}" type="presOf" srcId="{89F8C8E4-C707-4FBA-9BDB-1ED5C051F6A8}" destId="{566202AF-2E56-4C16-8227-65C633D40C96}" srcOrd="0" destOrd="0" presId="urn:microsoft.com/office/officeart/2018/2/layout/IconVerticalSolidList"/>
    <dgm:cxn modelId="{D77BF52D-CEC6-413A-BB30-8AC556F74A88}" srcId="{C7E98EF1-688E-4DF9-BB68-85A53D80DCB5}" destId="{C809B18B-C4EE-432F-AAAD-F8831BB49E9B}" srcOrd="0" destOrd="0" parTransId="{BFC779C6-6B30-4A5F-AFE3-1B0ACA6C5818}" sibTransId="{08F0CCBA-B957-41B1-9627-5EE1275CD836}"/>
    <dgm:cxn modelId="{37A8ED3B-9F7D-4C2E-A3E7-D141CBD6DCF3}" type="presOf" srcId="{B2C8CE13-3BAC-4F31-A642-33D8295476C0}" destId="{90B77B5B-E84F-4BE9-862C-0814D3514C2D}" srcOrd="0" destOrd="0" presId="urn:microsoft.com/office/officeart/2018/2/layout/IconVerticalSolidList"/>
    <dgm:cxn modelId="{56E560BF-EBBB-43B2-96EB-C8FC634B383A}" type="presOf" srcId="{C809B18B-C4EE-432F-AAAD-F8831BB49E9B}" destId="{E69088C6-B5F1-49D7-AAF2-EC77943B56C1}" srcOrd="0" destOrd="0" presId="urn:microsoft.com/office/officeart/2018/2/layout/IconVerticalSolidList"/>
    <dgm:cxn modelId="{30388AC7-584F-4AA5-86E6-78157FA3666F}" srcId="{C7E98EF1-688E-4DF9-BB68-85A53D80DCB5}" destId="{89F8C8E4-C707-4FBA-9BDB-1ED5C051F6A8}" srcOrd="2" destOrd="0" parTransId="{627EFF75-5387-43C6-9AA5-3E7968341A79}" sibTransId="{7655484D-C0AD-4070-B92E-C2CB92CDF816}"/>
    <dgm:cxn modelId="{615A78C9-1682-4271-8C26-4403190F225F}" srcId="{C7E98EF1-688E-4DF9-BB68-85A53D80DCB5}" destId="{B2C8CE13-3BAC-4F31-A642-33D8295476C0}" srcOrd="1" destOrd="0" parTransId="{78D6DCB9-E14C-4EFC-AC63-77FE29ACEE35}" sibTransId="{2C8323C0-B8BB-4072-B7BD-860D292E937E}"/>
    <dgm:cxn modelId="{C3FD0AD5-D4A9-4933-84D3-A33960F98D22}" type="presOf" srcId="{C7E98EF1-688E-4DF9-BB68-85A53D80DCB5}" destId="{61F5FC58-5EE4-46F8-A27F-CFF9A6C844D7}" srcOrd="0" destOrd="0" presId="urn:microsoft.com/office/officeart/2018/2/layout/IconVerticalSolidList"/>
    <dgm:cxn modelId="{73B5CA72-C123-49FB-AE51-34563F5C10FF}" type="presParOf" srcId="{61F5FC58-5EE4-46F8-A27F-CFF9A6C844D7}" destId="{3A04D599-4D45-43AC-AF67-0B9CED20A525}" srcOrd="0" destOrd="0" presId="urn:microsoft.com/office/officeart/2018/2/layout/IconVerticalSolidList"/>
    <dgm:cxn modelId="{1CB9BCB5-D29A-4EEE-A9F2-3C91EC5585BA}" type="presParOf" srcId="{3A04D599-4D45-43AC-AF67-0B9CED20A525}" destId="{4DC6E585-8B79-4D8B-A9CF-927BD2563C4E}" srcOrd="0" destOrd="0" presId="urn:microsoft.com/office/officeart/2018/2/layout/IconVerticalSolidList"/>
    <dgm:cxn modelId="{6E15F2CC-2765-4BC8-BC96-4F549F174DC4}" type="presParOf" srcId="{3A04D599-4D45-43AC-AF67-0B9CED20A525}" destId="{51053C18-11AF-48F0-8A1C-13C5FE169C1E}" srcOrd="1" destOrd="0" presId="urn:microsoft.com/office/officeart/2018/2/layout/IconVerticalSolidList"/>
    <dgm:cxn modelId="{B8379287-25E9-432D-B530-3123CB5FA3C4}" type="presParOf" srcId="{3A04D599-4D45-43AC-AF67-0B9CED20A525}" destId="{DDBDC22F-A0B4-4375-91F1-C7B6C27B595F}" srcOrd="2" destOrd="0" presId="urn:microsoft.com/office/officeart/2018/2/layout/IconVerticalSolidList"/>
    <dgm:cxn modelId="{F51200BC-F509-4524-B93F-D3045AD0F874}" type="presParOf" srcId="{3A04D599-4D45-43AC-AF67-0B9CED20A525}" destId="{E69088C6-B5F1-49D7-AAF2-EC77943B56C1}" srcOrd="3" destOrd="0" presId="urn:microsoft.com/office/officeart/2018/2/layout/IconVerticalSolidList"/>
    <dgm:cxn modelId="{53A6850B-C8ED-4C81-A99B-78F4072F1622}" type="presParOf" srcId="{61F5FC58-5EE4-46F8-A27F-CFF9A6C844D7}" destId="{43AC17B1-77AB-44D6-8577-663FCD79752C}" srcOrd="1" destOrd="0" presId="urn:microsoft.com/office/officeart/2018/2/layout/IconVerticalSolidList"/>
    <dgm:cxn modelId="{2FEDD412-2907-4EF6-855A-8976D7576D99}" type="presParOf" srcId="{61F5FC58-5EE4-46F8-A27F-CFF9A6C844D7}" destId="{834412C9-FADC-4713-8382-7D6A6C125B99}" srcOrd="2" destOrd="0" presId="urn:microsoft.com/office/officeart/2018/2/layout/IconVerticalSolidList"/>
    <dgm:cxn modelId="{16522813-1386-493F-81A7-C36CC3A37BAB}" type="presParOf" srcId="{834412C9-FADC-4713-8382-7D6A6C125B99}" destId="{D3A2D587-C4AE-48C0-BB6F-B02251C5F4CB}" srcOrd="0" destOrd="0" presId="urn:microsoft.com/office/officeart/2018/2/layout/IconVerticalSolidList"/>
    <dgm:cxn modelId="{3BD0AE2F-ED8E-4C05-863D-DB1B9DE21FD8}" type="presParOf" srcId="{834412C9-FADC-4713-8382-7D6A6C125B99}" destId="{37D6FC7A-02AA-405A-A147-599DA0FD88FD}" srcOrd="1" destOrd="0" presId="urn:microsoft.com/office/officeart/2018/2/layout/IconVerticalSolidList"/>
    <dgm:cxn modelId="{6A738F7A-3396-43A2-9131-40FAB1A500EE}" type="presParOf" srcId="{834412C9-FADC-4713-8382-7D6A6C125B99}" destId="{BAC880A2-F3ED-4F4C-8BD2-7FCD415DE273}" srcOrd="2" destOrd="0" presId="urn:microsoft.com/office/officeart/2018/2/layout/IconVerticalSolidList"/>
    <dgm:cxn modelId="{4025A770-B9BE-4713-942C-B9A1F926349C}" type="presParOf" srcId="{834412C9-FADC-4713-8382-7D6A6C125B99}" destId="{90B77B5B-E84F-4BE9-862C-0814D3514C2D}" srcOrd="3" destOrd="0" presId="urn:microsoft.com/office/officeart/2018/2/layout/IconVerticalSolidList"/>
    <dgm:cxn modelId="{CE738DC1-282F-4811-AEB0-3B63EA9D08C5}" type="presParOf" srcId="{61F5FC58-5EE4-46F8-A27F-CFF9A6C844D7}" destId="{2E751CD2-EF41-4F43-B69C-585677BAD526}" srcOrd="3" destOrd="0" presId="urn:microsoft.com/office/officeart/2018/2/layout/IconVerticalSolidList"/>
    <dgm:cxn modelId="{1AC27FD4-DB95-4439-B5A2-A3E22D13A637}" type="presParOf" srcId="{61F5FC58-5EE4-46F8-A27F-CFF9A6C844D7}" destId="{25B74B9C-5219-4948-9B1B-4C524774F51E}" srcOrd="4" destOrd="0" presId="urn:microsoft.com/office/officeart/2018/2/layout/IconVerticalSolidList"/>
    <dgm:cxn modelId="{A2E4E961-580C-455C-A3EF-70E5AA441C13}" type="presParOf" srcId="{25B74B9C-5219-4948-9B1B-4C524774F51E}" destId="{72E96B6C-8989-4531-A9A8-84DEB1949F9C}" srcOrd="0" destOrd="0" presId="urn:microsoft.com/office/officeart/2018/2/layout/IconVerticalSolidList"/>
    <dgm:cxn modelId="{F6CF4E20-56E4-4F23-85B7-5CA6149C79A9}" type="presParOf" srcId="{25B74B9C-5219-4948-9B1B-4C524774F51E}" destId="{6C771109-A150-499F-AF91-F084106BA7CA}" srcOrd="1" destOrd="0" presId="urn:microsoft.com/office/officeart/2018/2/layout/IconVerticalSolidList"/>
    <dgm:cxn modelId="{8FBF0872-211E-4B26-808B-2990AEF29EFC}" type="presParOf" srcId="{25B74B9C-5219-4948-9B1B-4C524774F51E}" destId="{FA563E38-3601-46AB-903D-0884D22E5D1C}" srcOrd="2" destOrd="0" presId="urn:microsoft.com/office/officeart/2018/2/layout/IconVerticalSolidList"/>
    <dgm:cxn modelId="{E714F277-63CE-4020-BCB4-47219C0EAE45}" type="presParOf" srcId="{25B74B9C-5219-4948-9B1B-4C524774F51E}" destId="{566202AF-2E56-4C16-8227-65C633D40C9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D95D06A-197F-4001-83E7-6A833EEEB8E1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4954E4E9-26B5-46A2-9398-5E99D531A6BF}">
      <dgm:prSet/>
      <dgm:spPr/>
      <dgm:t>
        <a:bodyPr/>
        <a:lstStyle/>
        <a:p>
          <a:pPr>
            <a:defRPr cap="all"/>
          </a:pPr>
          <a:r>
            <a:rPr lang="en-US"/>
            <a:t>• Machine learning can effectively forecast solar power production</a:t>
          </a:r>
        </a:p>
      </dgm:t>
    </dgm:pt>
    <dgm:pt modelId="{8263FE57-AD42-4240-A510-00932A6FDB29}" type="parTrans" cxnId="{B512215F-6A0B-49A2-88B0-4AB6AEA667D4}">
      <dgm:prSet/>
      <dgm:spPr/>
      <dgm:t>
        <a:bodyPr/>
        <a:lstStyle/>
        <a:p>
          <a:endParaRPr lang="en-US"/>
        </a:p>
      </dgm:t>
    </dgm:pt>
    <dgm:pt modelId="{D56935D7-28A7-4FE3-985E-830941E78CF2}" type="sibTrans" cxnId="{B512215F-6A0B-49A2-88B0-4AB6AEA667D4}">
      <dgm:prSet/>
      <dgm:spPr/>
      <dgm:t>
        <a:bodyPr/>
        <a:lstStyle/>
        <a:p>
          <a:endParaRPr lang="en-US"/>
        </a:p>
      </dgm:t>
    </dgm:pt>
    <dgm:pt modelId="{ECE5D6B1-ABB1-4446-A122-90B8E29C088B}">
      <dgm:prSet/>
      <dgm:spPr/>
      <dgm:t>
        <a:bodyPr/>
        <a:lstStyle/>
        <a:p>
          <a:pPr>
            <a:defRPr cap="all"/>
          </a:pPr>
          <a:r>
            <a:rPr lang="en-US"/>
            <a:t>• Improves planning and enhances renewable energy utilization</a:t>
          </a:r>
        </a:p>
      </dgm:t>
    </dgm:pt>
    <dgm:pt modelId="{89024772-FB99-4BC0-87AE-8CCE21C23D17}" type="parTrans" cxnId="{5947D888-5AF0-43D5-BD0D-9FF78479ED5A}">
      <dgm:prSet/>
      <dgm:spPr/>
      <dgm:t>
        <a:bodyPr/>
        <a:lstStyle/>
        <a:p>
          <a:endParaRPr lang="en-US"/>
        </a:p>
      </dgm:t>
    </dgm:pt>
    <dgm:pt modelId="{BA5A25F6-5B50-45B2-980D-796686E38499}" type="sibTrans" cxnId="{5947D888-5AF0-43D5-BD0D-9FF78479ED5A}">
      <dgm:prSet/>
      <dgm:spPr/>
      <dgm:t>
        <a:bodyPr/>
        <a:lstStyle/>
        <a:p>
          <a:endParaRPr lang="en-US"/>
        </a:p>
      </dgm:t>
    </dgm:pt>
    <dgm:pt modelId="{715FA6A5-FD2B-42EA-B8EB-407A789277A6}">
      <dgm:prSet/>
      <dgm:spPr/>
      <dgm:t>
        <a:bodyPr/>
        <a:lstStyle/>
        <a:p>
          <a:pPr>
            <a:defRPr cap="all"/>
          </a:pPr>
          <a:r>
            <a:rPr lang="en-US"/>
            <a:t>• Future work: Deep learning, larger datasets, real‑time prediction</a:t>
          </a:r>
        </a:p>
      </dgm:t>
    </dgm:pt>
    <dgm:pt modelId="{8AE4369F-092E-4835-A4B5-F74791DC2A43}" type="parTrans" cxnId="{34A387B5-9D61-4761-8165-9C5CC4D98E17}">
      <dgm:prSet/>
      <dgm:spPr/>
      <dgm:t>
        <a:bodyPr/>
        <a:lstStyle/>
        <a:p>
          <a:endParaRPr lang="en-US"/>
        </a:p>
      </dgm:t>
    </dgm:pt>
    <dgm:pt modelId="{836D9DF7-9DF2-40DD-9C2F-6CCCCE4D586F}" type="sibTrans" cxnId="{34A387B5-9D61-4761-8165-9C5CC4D98E17}">
      <dgm:prSet/>
      <dgm:spPr/>
      <dgm:t>
        <a:bodyPr/>
        <a:lstStyle/>
        <a:p>
          <a:endParaRPr lang="en-US"/>
        </a:p>
      </dgm:t>
    </dgm:pt>
    <dgm:pt modelId="{E38497CE-59C7-4337-B246-DB9867ACC5FC}" type="pres">
      <dgm:prSet presAssocID="{3D95D06A-197F-4001-83E7-6A833EEEB8E1}" presName="root" presStyleCnt="0">
        <dgm:presLayoutVars>
          <dgm:dir/>
          <dgm:resizeHandles val="exact"/>
        </dgm:presLayoutVars>
      </dgm:prSet>
      <dgm:spPr/>
    </dgm:pt>
    <dgm:pt modelId="{7AB817E3-F86A-4517-AAB8-84273CDAA22B}" type="pres">
      <dgm:prSet presAssocID="{4954E4E9-26B5-46A2-9398-5E99D531A6BF}" presName="compNode" presStyleCnt="0"/>
      <dgm:spPr/>
    </dgm:pt>
    <dgm:pt modelId="{5EBA9261-516B-4CF1-A6F9-78648C4B6C3D}" type="pres">
      <dgm:prSet presAssocID="{4954E4E9-26B5-46A2-9398-5E99D531A6BF}" presName="iconBgRect" presStyleLbl="bgShp" presStyleIdx="0" presStyleCnt="3"/>
      <dgm:spPr/>
    </dgm:pt>
    <dgm:pt modelId="{0728B2C6-8938-47E7-88C9-48EE398308F6}" type="pres">
      <dgm:prSet presAssocID="{4954E4E9-26B5-46A2-9398-5E99D531A6B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n"/>
        </a:ext>
      </dgm:extLst>
    </dgm:pt>
    <dgm:pt modelId="{D6030D62-D77E-4938-BF78-7CFF732A95AC}" type="pres">
      <dgm:prSet presAssocID="{4954E4E9-26B5-46A2-9398-5E99D531A6BF}" presName="spaceRect" presStyleCnt="0"/>
      <dgm:spPr/>
    </dgm:pt>
    <dgm:pt modelId="{809129D7-27F3-4A3A-82B1-C6A409E69E42}" type="pres">
      <dgm:prSet presAssocID="{4954E4E9-26B5-46A2-9398-5E99D531A6BF}" presName="textRect" presStyleLbl="revTx" presStyleIdx="0" presStyleCnt="3">
        <dgm:presLayoutVars>
          <dgm:chMax val="1"/>
          <dgm:chPref val="1"/>
        </dgm:presLayoutVars>
      </dgm:prSet>
      <dgm:spPr/>
    </dgm:pt>
    <dgm:pt modelId="{152CA21C-B4C8-4B17-93B2-F1258F8C940A}" type="pres">
      <dgm:prSet presAssocID="{D56935D7-28A7-4FE3-985E-830941E78CF2}" presName="sibTrans" presStyleCnt="0"/>
      <dgm:spPr/>
    </dgm:pt>
    <dgm:pt modelId="{C4B58583-D32B-4F99-9903-78A6A980B040}" type="pres">
      <dgm:prSet presAssocID="{ECE5D6B1-ABB1-4446-A122-90B8E29C088B}" presName="compNode" presStyleCnt="0"/>
      <dgm:spPr/>
    </dgm:pt>
    <dgm:pt modelId="{86CEA74D-D6E0-48F9-BA02-F60857504237}" type="pres">
      <dgm:prSet presAssocID="{ECE5D6B1-ABB1-4446-A122-90B8E29C088B}" presName="iconBgRect" presStyleLbl="bgShp" presStyleIdx="1" presStyleCnt="3"/>
      <dgm:spPr/>
    </dgm:pt>
    <dgm:pt modelId="{2984D070-F36D-4B55-A987-E32582CA982A}" type="pres">
      <dgm:prSet presAssocID="{ECE5D6B1-ABB1-4446-A122-90B8E29C088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bulb"/>
        </a:ext>
      </dgm:extLst>
    </dgm:pt>
    <dgm:pt modelId="{3E520655-DFA2-4DA0-A10E-8A64DF5E2DD0}" type="pres">
      <dgm:prSet presAssocID="{ECE5D6B1-ABB1-4446-A122-90B8E29C088B}" presName="spaceRect" presStyleCnt="0"/>
      <dgm:spPr/>
    </dgm:pt>
    <dgm:pt modelId="{8A9F56A2-DF9E-4295-9688-ABC0497BAA1C}" type="pres">
      <dgm:prSet presAssocID="{ECE5D6B1-ABB1-4446-A122-90B8E29C088B}" presName="textRect" presStyleLbl="revTx" presStyleIdx="1" presStyleCnt="3">
        <dgm:presLayoutVars>
          <dgm:chMax val="1"/>
          <dgm:chPref val="1"/>
        </dgm:presLayoutVars>
      </dgm:prSet>
      <dgm:spPr/>
    </dgm:pt>
    <dgm:pt modelId="{EDE6AA43-E819-4C3B-9D9A-460EFF3BA272}" type="pres">
      <dgm:prSet presAssocID="{BA5A25F6-5B50-45B2-980D-796686E38499}" presName="sibTrans" presStyleCnt="0"/>
      <dgm:spPr/>
    </dgm:pt>
    <dgm:pt modelId="{F8BA5F39-B1FC-41DC-8072-662CF24F8F0D}" type="pres">
      <dgm:prSet presAssocID="{715FA6A5-FD2B-42EA-B8EB-407A789277A6}" presName="compNode" presStyleCnt="0"/>
      <dgm:spPr/>
    </dgm:pt>
    <dgm:pt modelId="{FF901BBF-CD26-45D5-979E-0A245EBDFF4A}" type="pres">
      <dgm:prSet presAssocID="{715FA6A5-FD2B-42EA-B8EB-407A789277A6}" presName="iconBgRect" presStyleLbl="bgShp" presStyleIdx="2" presStyleCnt="3"/>
      <dgm:spPr/>
    </dgm:pt>
    <dgm:pt modelId="{B54ABD14-0BDE-40DE-8846-BAEA68755495}" type="pres">
      <dgm:prSet presAssocID="{715FA6A5-FD2B-42EA-B8EB-407A789277A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F5A09ECD-DEB3-41F5-A195-1DD5FA362387}" type="pres">
      <dgm:prSet presAssocID="{715FA6A5-FD2B-42EA-B8EB-407A789277A6}" presName="spaceRect" presStyleCnt="0"/>
      <dgm:spPr/>
    </dgm:pt>
    <dgm:pt modelId="{9254FD6C-DAA2-491C-AB8C-75F58C24DE36}" type="pres">
      <dgm:prSet presAssocID="{715FA6A5-FD2B-42EA-B8EB-407A789277A6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060BD32D-DA37-44A4-AFC4-BF4572ACA6C1}" type="presOf" srcId="{715FA6A5-FD2B-42EA-B8EB-407A789277A6}" destId="{9254FD6C-DAA2-491C-AB8C-75F58C24DE36}" srcOrd="0" destOrd="0" presId="urn:microsoft.com/office/officeart/2018/5/layout/IconCircleLabelList"/>
    <dgm:cxn modelId="{B512215F-6A0B-49A2-88B0-4AB6AEA667D4}" srcId="{3D95D06A-197F-4001-83E7-6A833EEEB8E1}" destId="{4954E4E9-26B5-46A2-9398-5E99D531A6BF}" srcOrd="0" destOrd="0" parTransId="{8263FE57-AD42-4240-A510-00932A6FDB29}" sibTransId="{D56935D7-28A7-4FE3-985E-830941E78CF2}"/>
    <dgm:cxn modelId="{4B115B7A-4FA5-4726-AC7C-862ED3EF4C8C}" type="presOf" srcId="{ECE5D6B1-ABB1-4446-A122-90B8E29C088B}" destId="{8A9F56A2-DF9E-4295-9688-ABC0497BAA1C}" srcOrd="0" destOrd="0" presId="urn:microsoft.com/office/officeart/2018/5/layout/IconCircleLabelList"/>
    <dgm:cxn modelId="{5947D888-5AF0-43D5-BD0D-9FF78479ED5A}" srcId="{3D95D06A-197F-4001-83E7-6A833EEEB8E1}" destId="{ECE5D6B1-ABB1-4446-A122-90B8E29C088B}" srcOrd="1" destOrd="0" parTransId="{89024772-FB99-4BC0-87AE-8CCE21C23D17}" sibTransId="{BA5A25F6-5B50-45B2-980D-796686E38499}"/>
    <dgm:cxn modelId="{76C38C8F-3AFA-4378-A7EC-1CD4DD96C316}" type="presOf" srcId="{3D95D06A-197F-4001-83E7-6A833EEEB8E1}" destId="{E38497CE-59C7-4337-B246-DB9867ACC5FC}" srcOrd="0" destOrd="0" presId="urn:microsoft.com/office/officeart/2018/5/layout/IconCircleLabelList"/>
    <dgm:cxn modelId="{34A387B5-9D61-4761-8165-9C5CC4D98E17}" srcId="{3D95D06A-197F-4001-83E7-6A833EEEB8E1}" destId="{715FA6A5-FD2B-42EA-B8EB-407A789277A6}" srcOrd="2" destOrd="0" parTransId="{8AE4369F-092E-4835-A4B5-F74791DC2A43}" sibTransId="{836D9DF7-9DF2-40DD-9C2F-6CCCCE4D586F}"/>
    <dgm:cxn modelId="{F709DFC0-A401-4265-9DC5-B9358C6D4161}" type="presOf" srcId="{4954E4E9-26B5-46A2-9398-5E99D531A6BF}" destId="{809129D7-27F3-4A3A-82B1-C6A409E69E42}" srcOrd="0" destOrd="0" presId="urn:microsoft.com/office/officeart/2018/5/layout/IconCircleLabelList"/>
    <dgm:cxn modelId="{B8361167-6D7C-445A-B151-94C938832A6B}" type="presParOf" srcId="{E38497CE-59C7-4337-B246-DB9867ACC5FC}" destId="{7AB817E3-F86A-4517-AAB8-84273CDAA22B}" srcOrd="0" destOrd="0" presId="urn:microsoft.com/office/officeart/2018/5/layout/IconCircleLabelList"/>
    <dgm:cxn modelId="{E2630277-2846-474A-B6D3-10DA3A742F60}" type="presParOf" srcId="{7AB817E3-F86A-4517-AAB8-84273CDAA22B}" destId="{5EBA9261-516B-4CF1-A6F9-78648C4B6C3D}" srcOrd="0" destOrd="0" presId="urn:microsoft.com/office/officeart/2018/5/layout/IconCircleLabelList"/>
    <dgm:cxn modelId="{E680C935-ADF9-40B8-82A5-BF413C3D47C3}" type="presParOf" srcId="{7AB817E3-F86A-4517-AAB8-84273CDAA22B}" destId="{0728B2C6-8938-47E7-88C9-48EE398308F6}" srcOrd="1" destOrd="0" presId="urn:microsoft.com/office/officeart/2018/5/layout/IconCircleLabelList"/>
    <dgm:cxn modelId="{75FB3461-38D1-4421-9D05-83C7C1BAB968}" type="presParOf" srcId="{7AB817E3-F86A-4517-AAB8-84273CDAA22B}" destId="{D6030D62-D77E-4938-BF78-7CFF732A95AC}" srcOrd="2" destOrd="0" presId="urn:microsoft.com/office/officeart/2018/5/layout/IconCircleLabelList"/>
    <dgm:cxn modelId="{F20329C8-0B16-466A-AA8E-94C09A4BCB1D}" type="presParOf" srcId="{7AB817E3-F86A-4517-AAB8-84273CDAA22B}" destId="{809129D7-27F3-4A3A-82B1-C6A409E69E42}" srcOrd="3" destOrd="0" presId="urn:microsoft.com/office/officeart/2018/5/layout/IconCircleLabelList"/>
    <dgm:cxn modelId="{AA631CF6-8EB6-40F3-AA2C-6B9F26A242E0}" type="presParOf" srcId="{E38497CE-59C7-4337-B246-DB9867ACC5FC}" destId="{152CA21C-B4C8-4B17-93B2-F1258F8C940A}" srcOrd="1" destOrd="0" presId="urn:microsoft.com/office/officeart/2018/5/layout/IconCircleLabelList"/>
    <dgm:cxn modelId="{B833A6D6-6270-472D-AA74-ECE066BF4ED9}" type="presParOf" srcId="{E38497CE-59C7-4337-B246-DB9867ACC5FC}" destId="{C4B58583-D32B-4F99-9903-78A6A980B040}" srcOrd="2" destOrd="0" presId="urn:microsoft.com/office/officeart/2018/5/layout/IconCircleLabelList"/>
    <dgm:cxn modelId="{EA53FFF7-260D-435C-9889-608C64C496C6}" type="presParOf" srcId="{C4B58583-D32B-4F99-9903-78A6A980B040}" destId="{86CEA74D-D6E0-48F9-BA02-F60857504237}" srcOrd="0" destOrd="0" presId="urn:microsoft.com/office/officeart/2018/5/layout/IconCircleLabelList"/>
    <dgm:cxn modelId="{AE38800B-908E-4CCB-BB7A-F3F0E4B4D4DD}" type="presParOf" srcId="{C4B58583-D32B-4F99-9903-78A6A980B040}" destId="{2984D070-F36D-4B55-A987-E32582CA982A}" srcOrd="1" destOrd="0" presId="urn:microsoft.com/office/officeart/2018/5/layout/IconCircleLabelList"/>
    <dgm:cxn modelId="{25B1EE2B-3799-44C2-A9B7-97A3528D0D1D}" type="presParOf" srcId="{C4B58583-D32B-4F99-9903-78A6A980B040}" destId="{3E520655-DFA2-4DA0-A10E-8A64DF5E2DD0}" srcOrd="2" destOrd="0" presId="urn:microsoft.com/office/officeart/2018/5/layout/IconCircleLabelList"/>
    <dgm:cxn modelId="{10F5CE79-1EEA-4C94-97C1-C2002936CBFA}" type="presParOf" srcId="{C4B58583-D32B-4F99-9903-78A6A980B040}" destId="{8A9F56A2-DF9E-4295-9688-ABC0497BAA1C}" srcOrd="3" destOrd="0" presId="urn:microsoft.com/office/officeart/2018/5/layout/IconCircleLabelList"/>
    <dgm:cxn modelId="{E24A67A0-048B-453B-A00C-D9A0B26BBADB}" type="presParOf" srcId="{E38497CE-59C7-4337-B246-DB9867ACC5FC}" destId="{EDE6AA43-E819-4C3B-9D9A-460EFF3BA272}" srcOrd="3" destOrd="0" presId="urn:microsoft.com/office/officeart/2018/5/layout/IconCircleLabelList"/>
    <dgm:cxn modelId="{9EEA7942-3853-4D74-ACB6-3F86ED9F931D}" type="presParOf" srcId="{E38497CE-59C7-4337-B246-DB9867ACC5FC}" destId="{F8BA5F39-B1FC-41DC-8072-662CF24F8F0D}" srcOrd="4" destOrd="0" presId="urn:microsoft.com/office/officeart/2018/5/layout/IconCircleLabelList"/>
    <dgm:cxn modelId="{206AC5A3-651C-4FC9-B747-71EF81E1619E}" type="presParOf" srcId="{F8BA5F39-B1FC-41DC-8072-662CF24F8F0D}" destId="{FF901BBF-CD26-45D5-979E-0A245EBDFF4A}" srcOrd="0" destOrd="0" presId="urn:microsoft.com/office/officeart/2018/5/layout/IconCircleLabelList"/>
    <dgm:cxn modelId="{F537153F-1E54-42D7-BB30-5CA6257E27AA}" type="presParOf" srcId="{F8BA5F39-B1FC-41DC-8072-662CF24F8F0D}" destId="{B54ABD14-0BDE-40DE-8846-BAEA68755495}" srcOrd="1" destOrd="0" presId="urn:microsoft.com/office/officeart/2018/5/layout/IconCircleLabelList"/>
    <dgm:cxn modelId="{61BBD3F5-6525-495E-A0FC-13B4C9484089}" type="presParOf" srcId="{F8BA5F39-B1FC-41DC-8072-662CF24F8F0D}" destId="{F5A09ECD-DEB3-41F5-A195-1DD5FA362387}" srcOrd="2" destOrd="0" presId="urn:microsoft.com/office/officeart/2018/5/layout/IconCircleLabelList"/>
    <dgm:cxn modelId="{4B00AEBB-4AC3-41C8-90FD-1438CBE287CB}" type="presParOf" srcId="{F8BA5F39-B1FC-41DC-8072-662CF24F8F0D}" destId="{9254FD6C-DAA2-491C-AB8C-75F58C24DE36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8BB76B-0C4E-40B7-AF85-BC7223A752A4}">
      <dsp:nvSpPr>
        <dsp:cNvPr id="0" name=""/>
        <dsp:cNvSpPr/>
      </dsp:nvSpPr>
      <dsp:spPr>
        <a:xfrm>
          <a:off x="608853" y="872173"/>
          <a:ext cx="961967" cy="96196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A74C6A-1AF3-44F1-BA3A-01833E57427F}">
      <dsp:nvSpPr>
        <dsp:cNvPr id="0" name=""/>
        <dsp:cNvSpPr/>
      </dsp:nvSpPr>
      <dsp:spPr>
        <a:xfrm>
          <a:off x="20984" y="2131053"/>
          <a:ext cx="213770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Forecast solar power generation using machine learning techniques</a:t>
          </a:r>
        </a:p>
      </dsp:txBody>
      <dsp:txXfrm>
        <a:off x="20984" y="2131053"/>
        <a:ext cx="2137705" cy="720000"/>
      </dsp:txXfrm>
    </dsp:sp>
    <dsp:sp modelId="{D55BA96A-5C81-427D-98D8-2B9A7223CD13}">
      <dsp:nvSpPr>
        <dsp:cNvPr id="0" name=""/>
        <dsp:cNvSpPr/>
      </dsp:nvSpPr>
      <dsp:spPr>
        <a:xfrm>
          <a:off x="3120656" y="872173"/>
          <a:ext cx="961967" cy="96196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1F3408-3586-43F5-8607-8714462121C3}">
      <dsp:nvSpPr>
        <dsp:cNvPr id="0" name=""/>
        <dsp:cNvSpPr/>
      </dsp:nvSpPr>
      <dsp:spPr>
        <a:xfrm>
          <a:off x="2532787" y="2131053"/>
          <a:ext cx="213770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Analyze patterns in solar energy data</a:t>
          </a:r>
        </a:p>
      </dsp:txBody>
      <dsp:txXfrm>
        <a:off x="2532787" y="2131053"/>
        <a:ext cx="2137705" cy="720000"/>
      </dsp:txXfrm>
    </dsp:sp>
    <dsp:sp modelId="{C7362AE2-A2EC-4EBF-A714-F000DBC0EBB3}">
      <dsp:nvSpPr>
        <dsp:cNvPr id="0" name=""/>
        <dsp:cNvSpPr/>
      </dsp:nvSpPr>
      <dsp:spPr>
        <a:xfrm>
          <a:off x="5632460" y="872173"/>
          <a:ext cx="961967" cy="96196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6FDBCB-A169-4AAC-AE60-DF2E6CC1F2A4}">
      <dsp:nvSpPr>
        <dsp:cNvPr id="0" name=""/>
        <dsp:cNvSpPr/>
      </dsp:nvSpPr>
      <dsp:spPr>
        <a:xfrm>
          <a:off x="5044591" y="2131053"/>
          <a:ext cx="213770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Build and evaluate predictive models</a:t>
          </a:r>
        </a:p>
      </dsp:txBody>
      <dsp:txXfrm>
        <a:off x="5044591" y="2131053"/>
        <a:ext cx="2137705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C35B13-D244-4127-88A4-50E0F9BB9B81}">
      <dsp:nvSpPr>
        <dsp:cNvPr id="0" name=""/>
        <dsp:cNvSpPr/>
      </dsp:nvSpPr>
      <dsp:spPr>
        <a:xfrm>
          <a:off x="0" y="912092"/>
          <a:ext cx="2025922" cy="128646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1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3B59762-51D9-40EC-882B-54A11F9FB45A}">
      <dsp:nvSpPr>
        <dsp:cNvPr id="0" name=""/>
        <dsp:cNvSpPr/>
      </dsp:nvSpPr>
      <dsp:spPr>
        <a:xfrm>
          <a:off x="225102" y="1125940"/>
          <a:ext cx="2025922" cy="128646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Contains solar energy production readings</a:t>
          </a:r>
        </a:p>
      </dsp:txBody>
      <dsp:txXfrm>
        <a:off x="262781" y="1163619"/>
        <a:ext cx="1950564" cy="1211102"/>
      </dsp:txXfrm>
    </dsp:sp>
    <dsp:sp modelId="{5DEC4038-4F09-4D8F-AAAE-863D6F16592B}">
      <dsp:nvSpPr>
        <dsp:cNvPr id="0" name=""/>
        <dsp:cNvSpPr/>
      </dsp:nvSpPr>
      <dsp:spPr>
        <a:xfrm>
          <a:off x="2476127" y="912092"/>
          <a:ext cx="2025922" cy="128646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1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E430399-394C-4752-AEE1-C71CCB4C09B2}">
      <dsp:nvSpPr>
        <dsp:cNvPr id="0" name=""/>
        <dsp:cNvSpPr/>
      </dsp:nvSpPr>
      <dsp:spPr>
        <a:xfrm>
          <a:off x="2701230" y="1125940"/>
          <a:ext cx="2025922" cy="128646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Includes weather, time-based, and production variables</a:t>
          </a:r>
        </a:p>
      </dsp:txBody>
      <dsp:txXfrm>
        <a:off x="2738909" y="1163619"/>
        <a:ext cx="1950564" cy="1211102"/>
      </dsp:txXfrm>
    </dsp:sp>
    <dsp:sp modelId="{5F2524E7-63BB-4E19-B45A-E5FA06095C2E}">
      <dsp:nvSpPr>
        <dsp:cNvPr id="0" name=""/>
        <dsp:cNvSpPr/>
      </dsp:nvSpPr>
      <dsp:spPr>
        <a:xfrm>
          <a:off x="4952255" y="912092"/>
          <a:ext cx="2025922" cy="128646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1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AF31385-5EB7-4722-B1F4-06F9F7537350}">
      <dsp:nvSpPr>
        <dsp:cNvPr id="0" name=""/>
        <dsp:cNvSpPr/>
      </dsp:nvSpPr>
      <dsp:spPr>
        <a:xfrm>
          <a:off x="5177358" y="1125940"/>
          <a:ext cx="2025922" cy="128646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Used for preprocessing, model training, and evaluation</a:t>
          </a:r>
        </a:p>
      </dsp:txBody>
      <dsp:txXfrm>
        <a:off x="5215037" y="1163619"/>
        <a:ext cx="1950564" cy="121110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A76A27-6873-4A77-A9AD-F34F5466DD27}">
      <dsp:nvSpPr>
        <dsp:cNvPr id="0" name=""/>
        <dsp:cNvSpPr/>
      </dsp:nvSpPr>
      <dsp:spPr>
        <a:xfrm>
          <a:off x="916765" y="181"/>
          <a:ext cx="2557024" cy="1534214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Solar power is inconsistent and dependent on weather</a:t>
          </a:r>
        </a:p>
      </dsp:txBody>
      <dsp:txXfrm>
        <a:off x="916765" y="181"/>
        <a:ext cx="2557024" cy="1534214"/>
      </dsp:txXfrm>
    </dsp:sp>
    <dsp:sp modelId="{AD28E0F7-3363-4370-80D1-C3F1337DCC38}">
      <dsp:nvSpPr>
        <dsp:cNvPr id="0" name=""/>
        <dsp:cNvSpPr/>
      </dsp:nvSpPr>
      <dsp:spPr>
        <a:xfrm>
          <a:off x="3729491" y="181"/>
          <a:ext cx="2557024" cy="1534214"/>
        </a:xfrm>
        <a:prstGeom prst="rect">
          <a:avLst/>
        </a:prstGeom>
        <a:gradFill rotWithShape="0">
          <a:gsLst>
            <a:gs pos="0">
              <a:schemeClr val="accent5">
                <a:hueOff val="-842315"/>
                <a:satOff val="-3972"/>
                <a:lumOff val="98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hueOff val="-842315"/>
                <a:satOff val="-3972"/>
                <a:lumOff val="98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hueOff val="-842315"/>
                <a:satOff val="-3972"/>
                <a:lumOff val="98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Forecasting helps improve grid stability and planning</a:t>
          </a:r>
        </a:p>
      </dsp:txBody>
      <dsp:txXfrm>
        <a:off x="3729491" y="181"/>
        <a:ext cx="2557024" cy="1534214"/>
      </dsp:txXfrm>
    </dsp:sp>
    <dsp:sp modelId="{788638F5-7958-476A-BA0B-AE4E39CEC1FF}">
      <dsp:nvSpPr>
        <dsp:cNvPr id="0" name=""/>
        <dsp:cNvSpPr/>
      </dsp:nvSpPr>
      <dsp:spPr>
        <a:xfrm>
          <a:off x="2323128" y="1790098"/>
          <a:ext cx="2557024" cy="1534214"/>
        </a:xfrm>
        <a:prstGeom prst="rect">
          <a:avLst/>
        </a:prstGeom>
        <a:gradFill rotWithShape="0">
          <a:gsLst>
            <a:gs pos="0">
              <a:schemeClr val="accent5">
                <a:hueOff val="-1684631"/>
                <a:satOff val="-7944"/>
                <a:lumOff val="196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hueOff val="-1684631"/>
                <a:satOff val="-7944"/>
                <a:lumOff val="196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hueOff val="-1684631"/>
                <a:satOff val="-7944"/>
                <a:lumOff val="196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Supports renewable energy integration</a:t>
          </a:r>
        </a:p>
      </dsp:txBody>
      <dsp:txXfrm>
        <a:off x="2323128" y="1790098"/>
        <a:ext cx="2557024" cy="153421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A96F80-6BBE-4A1C-BC83-CD545DD4551C}">
      <dsp:nvSpPr>
        <dsp:cNvPr id="0" name=""/>
        <dsp:cNvSpPr/>
      </dsp:nvSpPr>
      <dsp:spPr>
        <a:xfrm>
          <a:off x="0" y="0"/>
          <a:ext cx="5546526" cy="59840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2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• Data Preprocessing</a:t>
          </a:r>
        </a:p>
      </dsp:txBody>
      <dsp:txXfrm>
        <a:off x="17527" y="17527"/>
        <a:ext cx="4830782" cy="563354"/>
      </dsp:txXfrm>
    </dsp:sp>
    <dsp:sp modelId="{72CE005F-F536-40E5-BF13-30FF6003D903}">
      <dsp:nvSpPr>
        <dsp:cNvPr id="0" name=""/>
        <dsp:cNvSpPr/>
      </dsp:nvSpPr>
      <dsp:spPr>
        <a:xfrm>
          <a:off x="414188" y="681521"/>
          <a:ext cx="5546526" cy="59840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3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• Exploratory Data Analysis (EDA)</a:t>
          </a:r>
        </a:p>
      </dsp:txBody>
      <dsp:txXfrm>
        <a:off x="431715" y="699048"/>
        <a:ext cx="4708317" cy="563354"/>
      </dsp:txXfrm>
    </dsp:sp>
    <dsp:sp modelId="{916F98DC-9858-438D-BD6F-26FC49B70145}">
      <dsp:nvSpPr>
        <dsp:cNvPr id="0" name=""/>
        <dsp:cNvSpPr/>
      </dsp:nvSpPr>
      <dsp:spPr>
        <a:xfrm>
          <a:off x="828377" y="1363042"/>
          <a:ext cx="5546526" cy="59840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4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• Feature Engineering</a:t>
          </a:r>
        </a:p>
      </dsp:txBody>
      <dsp:txXfrm>
        <a:off x="845904" y="1380569"/>
        <a:ext cx="4708317" cy="563354"/>
      </dsp:txXfrm>
    </dsp:sp>
    <dsp:sp modelId="{8705BCDF-F45B-4639-8FEE-176BD66992E6}">
      <dsp:nvSpPr>
        <dsp:cNvPr id="0" name=""/>
        <dsp:cNvSpPr/>
      </dsp:nvSpPr>
      <dsp:spPr>
        <a:xfrm>
          <a:off x="1242565" y="2044563"/>
          <a:ext cx="5546526" cy="59840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• Machine Learning Model Training</a:t>
          </a:r>
        </a:p>
      </dsp:txBody>
      <dsp:txXfrm>
        <a:off x="1260092" y="2062090"/>
        <a:ext cx="4708317" cy="563354"/>
      </dsp:txXfrm>
    </dsp:sp>
    <dsp:sp modelId="{0B85C820-448A-4673-A4BC-EAEFE89B4E5C}">
      <dsp:nvSpPr>
        <dsp:cNvPr id="0" name=""/>
        <dsp:cNvSpPr/>
      </dsp:nvSpPr>
      <dsp:spPr>
        <a:xfrm>
          <a:off x="1656754" y="2726085"/>
          <a:ext cx="5546526" cy="59840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6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• Model Testing and Evaluation</a:t>
          </a:r>
        </a:p>
      </dsp:txBody>
      <dsp:txXfrm>
        <a:off x="1674281" y="2743612"/>
        <a:ext cx="4708317" cy="563354"/>
      </dsp:txXfrm>
    </dsp:sp>
    <dsp:sp modelId="{17D945A4-716E-43FF-AA76-1A92A8564F13}">
      <dsp:nvSpPr>
        <dsp:cNvPr id="0" name=""/>
        <dsp:cNvSpPr/>
      </dsp:nvSpPr>
      <dsp:spPr>
        <a:xfrm>
          <a:off x="5157560" y="437170"/>
          <a:ext cx="388965" cy="388965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5245077" y="437170"/>
        <a:ext cx="213931" cy="292696"/>
      </dsp:txXfrm>
    </dsp:sp>
    <dsp:sp modelId="{7ED20F4B-AAA3-448F-BF67-C78D18850BD7}">
      <dsp:nvSpPr>
        <dsp:cNvPr id="0" name=""/>
        <dsp:cNvSpPr/>
      </dsp:nvSpPr>
      <dsp:spPr>
        <a:xfrm>
          <a:off x="5571749" y="1118692"/>
          <a:ext cx="388965" cy="388965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5659266" y="1118692"/>
        <a:ext cx="213931" cy="292696"/>
      </dsp:txXfrm>
    </dsp:sp>
    <dsp:sp modelId="{33EFF2CF-B574-4481-A791-226C86818566}">
      <dsp:nvSpPr>
        <dsp:cNvPr id="0" name=""/>
        <dsp:cNvSpPr/>
      </dsp:nvSpPr>
      <dsp:spPr>
        <a:xfrm>
          <a:off x="5985937" y="1790240"/>
          <a:ext cx="388965" cy="388965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6073454" y="1790240"/>
        <a:ext cx="213931" cy="292696"/>
      </dsp:txXfrm>
    </dsp:sp>
    <dsp:sp modelId="{69D0A42F-FE34-414E-8750-01FCCB598A89}">
      <dsp:nvSpPr>
        <dsp:cNvPr id="0" name=""/>
        <dsp:cNvSpPr/>
      </dsp:nvSpPr>
      <dsp:spPr>
        <a:xfrm>
          <a:off x="6400126" y="2478410"/>
          <a:ext cx="388965" cy="388965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6487643" y="2478410"/>
        <a:ext cx="213931" cy="29269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C6E585-8B79-4D8B-A9CF-927BD2563C4E}">
      <dsp:nvSpPr>
        <dsp:cNvPr id="0" name=""/>
        <dsp:cNvSpPr/>
      </dsp:nvSpPr>
      <dsp:spPr>
        <a:xfrm>
          <a:off x="0" y="454"/>
          <a:ext cx="7203281" cy="106351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053C18-11AF-48F0-8A1C-13C5FE169C1E}">
      <dsp:nvSpPr>
        <dsp:cNvPr id="0" name=""/>
        <dsp:cNvSpPr/>
      </dsp:nvSpPr>
      <dsp:spPr>
        <a:xfrm>
          <a:off x="321714" y="239746"/>
          <a:ext cx="584935" cy="58493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9088C6-B5F1-49D7-AAF2-EC77943B56C1}">
      <dsp:nvSpPr>
        <dsp:cNvPr id="0" name=""/>
        <dsp:cNvSpPr/>
      </dsp:nvSpPr>
      <dsp:spPr>
        <a:xfrm>
          <a:off x="1228364" y="454"/>
          <a:ext cx="5974916" cy="10635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556" tIns="112556" rIns="112556" bIns="112556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Visualizations include production trends, correlations, predictions</a:t>
          </a:r>
        </a:p>
      </dsp:txBody>
      <dsp:txXfrm>
        <a:off x="1228364" y="454"/>
        <a:ext cx="5974916" cy="1063519"/>
      </dsp:txXfrm>
    </dsp:sp>
    <dsp:sp modelId="{D3A2D587-C4AE-48C0-BB6F-B02251C5F4CB}">
      <dsp:nvSpPr>
        <dsp:cNvPr id="0" name=""/>
        <dsp:cNvSpPr/>
      </dsp:nvSpPr>
      <dsp:spPr>
        <a:xfrm>
          <a:off x="0" y="1329853"/>
          <a:ext cx="7203281" cy="1063519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D6FC7A-02AA-405A-A147-599DA0FD88FD}">
      <dsp:nvSpPr>
        <dsp:cNvPr id="0" name=""/>
        <dsp:cNvSpPr/>
      </dsp:nvSpPr>
      <dsp:spPr>
        <a:xfrm>
          <a:off x="321714" y="1569145"/>
          <a:ext cx="584935" cy="58493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B77B5B-E84F-4BE9-862C-0814D3514C2D}">
      <dsp:nvSpPr>
        <dsp:cNvPr id="0" name=""/>
        <dsp:cNvSpPr/>
      </dsp:nvSpPr>
      <dsp:spPr>
        <a:xfrm>
          <a:off x="1228364" y="1329853"/>
          <a:ext cx="5974916" cy="10635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556" tIns="112556" rIns="112556" bIns="112556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ML model performance summarized</a:t>
          </a:r>
        </a:p>
      </dsp:txBody>
      <dsp:txXfrm>
        <a:off x="1228364" y="1329853"/>
        <a:ext cx="5974916" cy="1063519"/>
      </dsp:txXfrm>
    </dsp:sp>
    <dsp:sp modelId="{72E96B6C-8989-4531-A9A8-84DEB1949F9C}">
      <dsp:nvSpPr>
        <dsp:cNvPr id="0" name=""/>
        <dsp:cNvSpPr/>
      </dsp:nvSpPr>
      <dsp:spPr>
        <a:xfrm>
          <a:off x="0" y="2659253"/>
          <a:ext cx="7203281" cy="1063519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771109-A150-499F-AF91-F084106BA7CA}">
      <dsp:nvSpPr>
        <dsp:cNvPr id="0" name=""/>
        <dsp:cNvSpPr/>
      </dsp:nvSpPr>
      <dsp:spPr>
        <a:xfrm>
          <a:off x="321714" y="2898544"/>
          <a:ext cx="584935" cy="58493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6202AF-2E56-4C16-8227-65C633D40C96}">
      <dsp:nvSpPr>
        <dsp:cNvPr id="0" name=""/>
        <dsp:cNvSpPr/>
      </dsp:nvSpPr>
      <dsp:spPr>
        <a:xfrm>
          <a:off x="1228364" y="2659253"/>
          <a:ext cx="5974916" cy="10635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556" tIns="112556" rIns="112556" bIns="112556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Accuracy metrics indicate forecasting reliability</a:t>
          </a:r>
        </a:p>
      </dsp:txBody>
      <dsp:txXfrm>
        <a:off x="1228364" y="2659253"/>
        <a:ext cx="5974916" cy="106351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BA9261-516B-4CF1-A6F9-78648C4B6C3D}">
      <dsp:nvSpPr>
        <dsp:cNvPr id="0" name=""/>
        <dsp:cNvSpPr/>
      </dsp:nvSpPr>
      <dsp:spPr>
        <a:xfrm>
          <a:off x="438140" y="447247"/>
          <a:ext cx="1303875" cy="130387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728B2C6-8938-47E7-88C9-48EE398308F6}">
      <dsp:nvSpPr>
        <dsp:cNvPr id="0" name=""/>
        <dsp:cNvSpPr/>
      </dsp:nvSpPr>
      <dsp:spPr>
        <a:xfrm>
          <a:off x="716015" y="725122"/>
          <a:ext cx="748125" cy="7481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9129D7-27F3-4A3A-82B1-C6A409E69E42}">
      <dsp:nvSpPr>
        <dsp:cNvPr id="0" name=""/>
        <dsp:cNvSpPr/>
      </dsp:nvSpPr>
      <dsp:spPr>
        <a:xfrm>
          <a:off x="21327" y="2157247"/>
          <a:ext cx="21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• Machine learning can effectively forecast solar power production</a:t>
          </a:r>
        </a:p>
      </dsp:txBody>
      <dsp:txXfrm>
        <a:off x="21327" y="2157247"/>
        <a:ext cx="2137500" cy="720000"/>
      </dsp:txXfrm>
    </dsp:sp>
    <dsp:sp modelId="{86CEA74D-D6E0-48F9-BA02-F60857504237}">
      <dsp:nvSpPr>
        <dsp:cNvPr id="0" name=""/>
        <dsp:cNvSpPr/>
      </dsp:nvSpPr>
      <dsp:spPr>
        <a:xfrm>
          <a:off x="2949702" y="447247"/>
          <a:ext cx="1303875" cy="130387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84D070-F36D-4B55-A987-E32582CA982A}">
      <dsp:nvSpPr>
        <dsp:cNvPr id="0" name=""/>
        <dsp:cNvSpPr/>
      </dsp:nvSpPr>
      <dsp:spPr>
        <a:xfrm>
          <a:off x="3227577" y="725122"/>
          <a:ext cx="748125" cy="7481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9F56A2-DF9E-4295-9688-ABC0497BAA1C}">
      <dsp:nvSpPr>
        <dsp:cNvPr id="0" name=""/>
        <dsp:cNvSpPr/>
      </dsp:nvSpPr>
      <dsp:spPr>
        <a:xfrm>
          <a:off x="2532890" y="2157247"/>
          <a:ext cx="21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• Improves planning and enhances renewable energy utilization</a:t>
          </a:r>
        </a:p>
      </dsp:txBody>
      <dsp:txXfrm>
        <a:off x="2532890" y="2157247"/>
        <a:ext cx="2137500" cy="720000"/>
      </dsp:txXfrm>
    </dsp:sp>
    <dsp:sp modelId="{FF901BBF-CD26-45D5-979E-0A245EBDFF4A}">
      <dsp:nvSpPr>
        <dsp:cNvPr id="0" name=""/>
        <dsp:cNvSpPr/>
      </dsp:nvSpPr>
      <dsp:spPr>
        <a:xfrm>
          <a:off x="5461265" y="447247"/>
          <a:ext cx="1303875" cy="130387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4ABD14-0BDE-40DE-8846-BAEA68755495}">
      <dsp:nvSpPr>
        <dsp:cNvPr id="0" name=""/>
        <dsp:cNvSpPr/>
      </dsp:nvSpPr>
      <dsp:spPr>
        <a:xfrm>
          <a:off x="5739140" y="725122"/>
          <a:ext cx="748125" cy="7481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54FD6C-DAA2-491C-AB8C-75F58C24DE36}">
      <dsp:nvSpPr>
        <dsp:cNvPr id="0" name=""/>
        <dsp:cNvSpPr/>
      </dsp:nvSpPr>
      <dsp:spPr>
        <a:xfrm>
          <a:off x="5044452" y="2157247"/>
          <a:ext cx="21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• Future work: Deep learning, larger datasets, real‑time prediction</a:t>
          </a:r>
        </a:p>
      </dsp:txBody>
      <dsp:txXfrm>
        <a:off x="5044452" y="2157247"/>
        <a:ext cx="21375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4742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1040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9461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82536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0108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075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0718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3401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5823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274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6291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903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F6621CF-F493-40D5-98AE-24A9D3AD43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383" y="0"/>
            <a:ext cx="9146155" cy="4950268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09172" y="643467"/>
            <a:ext cx="4481967" cy="4127545"/>
          </a:xfrm>
        </p:spPr>
        <p:txBody>
          <a:bodyPr anchor="ctr">
            <a:normAutofit/>
          </a:bodyPr>
          <a:lstStyle/>
          <a:p>
            <a:r>
              <a:rPr lang="en-US" sz="4200"/>
              <a:t>Solar Power Forecasting Using Machine Learning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ADEE02A-D296-42EA-88F5-7803F69CEE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4950269"/>
            <a:ext cx="9143772" cy="19077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09172" y="5118231"/>
            <a:ext cx="4481967" cy="977621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pt-BR" sz="1100" dirty="0">
                <a:solidFill>
                  <a:srgbClr val="FFFFFF"/>
                </a:solidFill>
              </a:rPr>
              <a:t>Name: Adavi Uma Chandra Sekhar</a:t>
            </a:r>
          </a:p>
          <a:p>
            <a:pPr>
              <a:lnSpc>
                <a:spcPct val="110000"/>
              </a:lnSpc>
            </a:pPr>
            <a:r>
              <a:rPr lang="pt-BR" sz="1100" dirty="0">
                <a:solidFill>
                  <a:srgbClr val="FFFFFF"/>
                </a:solidFill>
              </a:rPr>
              <a:t>Student ID: 23095401</a:t>
            </a:r>
          </a:p>
          <a:p>
            <a:pPr>
              <a:lnSpc>
                <a:spcPct val="110000"/>
              </a:lnSpc>
            </a:pPr>
            <a:r>
              <a:rPr lang="pt-BR" sz="1100" dirty="0">
                <a:solidFill>
                  <a:srgbClr val="FFFFFF"/>
                </a:solidFill>
              </a:rPr>
              <a:t>Supervisor: Pedro Carrilho</a:t>
            </a:r>
          </a:p>
        </p:txBody>
      </p:sp>
      <p:pic>
        <p:nvPicPr>
          <p:cNvPr id="5" name="Picture 4" descr="A solar panel farm">
            <a:extLst>
              <a:ext uri="{FF2B5EF4-FFF2-40B4-BE49-F238E27FC236}">
                <a16:creationId xmlns:a16="http://schemas.microsoft.com/office/drawing/2014/main" id="{1534ABAF-7DAA-B2CB-CEA0-D795EE26497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735" r="28567" b="-1"/>
          <a:stretch>
            <a:fillRect/>
          </a:stretch>
        </p:blipFill>
        <p:spPr>
          <a:xfrm>
            <a:off x="2384" y="-2"/>
            <a:ext cx="3488338" cy="685800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82E7304-2AC2-4A5C-924D-A6AC3FFC5E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84" y="804519"/>
            <a:ext cx="7202456" cy="1049235"/>
          </a:xfrm>
        </p:spPr>
        <p:txBody>
          <a:bodyPr>
            <a:normAutofit/>
          </a:bodyPr>
          <a:lstStyle/>
          <a:p>
            <a:r>
              <a:t>Aim of the Work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259FEF2-F6A5-442F-BA10-4E39EECD0A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88684" y="1853754"/>
            <a:ext cx="720245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A3C183B1-1D4B-4E3D-A02E-A426E3BFA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8385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D82EADF-4469-BAC2-FEA9-2B62B2BE1B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22851698"/>
              </p:ext>
            </p:extLst>
          </p:nvPr>
        </p:nvGraphicFramePr>
        <p:xfrm>
          <a:off x="1088231" y="2331497"/>
          <a:ext cx="7203281" cy="37232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84" y="804519"/>
            <a:ext cx="7202456" cy="1049235"/>
          </a:xfrm>
        </p:spPr>
        <p:txBody>
          <a:bodyPr>
            <a:normAutofit/>
          </a:bodyPr>
          <a:lstStyle/>
          <a:p>
            <a:r>
              <a:t>Dataset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0EEEB0A-AB9E-5863-C277-26235E2B8BA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54084701"/>
              </p:ext>
            </p:extLst>
          </p:nvPr>
        </p:nvGraphicFramePr>
        <p:xfrm>
          <a:off x="1088231" y="2340435"/>
          <a:ext cx="7203281" cy="33244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84" y="804519"/>
            <a:ext cx="7202456" cy="1049235"/>
          </a:xfrm>
        </p:spPr>
        <p:txBody>
          <a:bodyPr>
            <a:normAutofit/>
          </a:bodyPr>
          <a:lstStyle/>
          <a:p>
            <a:r>
              <a:t>Motivation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3F2B6A8-9A1B-6BEE-77F9-59CA85F54B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31356826"/>
              </p:ext>
            </p:extLst>
          </p:nvPr>
        </p:nvGraphicFramePr>
        <p:xfrm>
          <a:off x="1088231" y="2340435"/>
          <a:ext cx="7203281" cy="33244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84" y="804519"/>
            <a:ext cx="7202456" cy="1049235"/>
          </a:xfrm>
        </p:spPr>
        <p:txBody>
          <a:bodyPr>
            <a:normAutofit/>
          </a:bodyPr>
          <a:lstStyle/>
          <a:p>
            <a:r>
              <a:t>Methodology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6926678-92B8-C4AA-1AEF-CD5E7C3D76A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40465574"/>
              </p:ext>
            </p:extLst>
          </p:nvPr>
        </p:nvGraphicFramePr>
        <p:xfrm>
          <a:off x="1088231" y="2340435"/>
          <a:ext cx="7203281" cy="33244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6870151-9189-4C3A-8379-EF3D95827A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One big red thumbtack in front of many smaller black thumbtacks">
            <a:extLst>
              <a:ext uri="{FF2B5EF4-FFF2-40B4-BE49-F238E27FC236}">
                <a16:creationId xmlns:a16="http://schemas.microsoft.com/office/drawing/2014/main" id="{115E31DF-D22E-F0A8-AA66-EB611148CDB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l="2669" r="-1" b="-1"/>
          <a:stretch>
            <a:fillRect/>
          </a:stretch>
        </p:blipFill>
        <p:spPr>
          <a:xfrm>
            <a:off x="228" y="10"/>
            <a:ext cx="9143772" cy="6857990"/>
          </a:xfrm>
          <a:prstGeom prst="rect">
            <a:avLst/>
          </a:prstGeom>
        </p:spPr>
      </p:pic>
      <p:sp>
        <p:nvSpPr>
          <p:cNvPr id="11" name="Slide Number Placeholder 7">
            <a:extLst>
              <a:ext uri="{FF2B5EF4-FFF2-40B4-BE49-F238E27FC236}">
                <a16:creationId xmlns:a16="http://schemas.microsoft.com/office/drawing/2014/main" id="{123EA69C-102A-4DD0-9547-05DCD271D1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34225" y="443732"/>
            <a:ext cx="608265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r" defTabSz="457200" rtl="0" eaLnBrk="1" latinLnBrk="0" hangingPunct="1">
              <a:defRPr sz="2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6A862265-5CA3-4C40-8582-7534C3B03C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32477" y="540921"/>
            <a:ext cx="37304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00EF80B-0391-4082-9AF5-F15B091B4C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93800"/>
            <a:ext cx="9144000" cy="5664199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87000"/>
                  <a:alpha val="4000"/>
                </a:schemeClr>
              </a:gs>
              <a:gs pos="100000">
                <a:schemeClr val="bg2">
                  <a:lumMod val="95000"/>
                  <a:lumOff val="5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03" y="1193800"/>
            <a:ext cx="2394787" cy="4699000"/>
          </a:xfrm>
        </p:spPr>
        <p:txBody>
          <a:bodyPr anchor="ctr">
            <a:normAutofit/>
          </a:bodyPr>
          <a:lstStyle/>
          <a:p>
            <a:r>
              <a:rPr lang="en-IN" sz="3000"/>
              <a:t>Confusion Matrix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33AC32D-5F44-45F7-A0BD-7C11A86BE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1600200"/>
            <a:ext cx="0" cy="3657600"/>
          </a:xfrm>
          <a:prstGeom prst="line">
            <a:avLst/>
          </a:prstGeom>
          <a:ln w="31750">
            <a:solidFill>
              <a:schemeClr val="tx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32477" y="1193800"/>
            <a:ext cx="4563818" cy="4699000"/>
          </a:xfrm>
        </p:spPr>
        <p:txBody>
          <a:bodyPr anchor="ctr">
            <a:normAutofit/>
          </a:bodyPr>
          <a:lstStyle/>
          <a:p>
            <a:endParaRPr lang="en-US"/>
          </a:p>
          <a:p>
            <a:r>
              <a:rPr lang="en-US"/>
              <a:t>• Confusion matrix used for classification model evaluation</a:t>
            </a:r>
          </a:p>
          <a:p>
            <a:r>
              <a:rPr lang="en-US"/>
              <a:t>• Shows true positives, true negatives, false positives, false negatives</a:t>
            </a:r>
          </a:p>
          <a:p>
            <a:r>
              <a:rPr lang="en-US"/>
              <a:t>• Helps measure accuracy, precision, recall</a:t>
            </a:r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3FBF03E8-C602-4192-9C52-F84B29FDCC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2421" y="6007878"/>
            <a:ext cx="2625537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82E7304-2AC2-4A5C-924D-A6AC3FFC5E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84" y="804519"/>
            <a:ext cx="7202456" cy="1049235"/>
          </a:xfrm>
        </p:spPr>
        <p:txBody>
          <a:bodyPr>
            <a:normAutofit/>
          </a:bodyPr>
          <a:lstStyle/>
          <a:p>
            <a:r>
              <a:t>Results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259FEF2-F6A5-442F-BA10-4E39EECD0A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88684" y="1853754"/>
            <a:ext cx="720245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A3C183B1-1D4B-4E3D-A02E-A426E3BFA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8385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0B8E8F2-738C-25D5-99D5-D73C8F9C05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65250788"/>
              </p:ext>
            </p:extLst>
          </p:nvPr>
        </p:nvGraphicFramePr>
        <p:xfrm>
          <a:off x="1088231" y="2331497"/>
          <a:ext cx="7203281" cy="37232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E8E0B-84C9-7636-DDA1-D08D668B5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Scatter Plot: Irradiation vs AC Power</a:t>
            </a:r>
            <a:br>
              <a:rPr lang="en-US"/>
            </a:br>
            <a:endParaRPr lang="en-IN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E184F80-3789-2F86-5363-D501C3482D3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6781" y="2016125"/>
            <a:ext cx="6304763" cy="3449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60522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975AC-6023-A939-3997-F2444DB21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Correlation with ac power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E70D2A1-1DA1-187B-CA1C-13C3A0DE6CB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4187" y="2016125"/>
            <a:ext cx="4649951" cy="3449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55719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CCD09-82DC-0DE6-8B7D-6190E02F4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0A5C471-BF95-834D-727B-7FC0F5CAD4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62507" y="0"/>
            <a:ext cx="9206507" cy="24875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2ABC3E4-7394-8A8B-7AD1-3DFDECCB83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90" y="2658275"/>
            <a:ext cx="8888362" cy="3068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2302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84" y="804519"/>
            <a:ext cx="7202456" cy="1049235"/>
          </a:xfrm>
        </p:spPr>
        <p:txBody>
          <a:bodyPr>
            <a:normAutofit/>
          </a:bodyPr>
          <a:lstStyle/>
          <a:p>
            <a:r>
              <a:t>Conclusion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4019409-8894-257D-C959-251104CBC4D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03205595"/>
              </p:ext>
            </p:extLst>
          </p:nvPr>
        </p:nvGraphicFramePr>
        <p:xfrm>
          <a:off x="1088231" y="2340435"/>
          <a:ext cx="7203281" cy="33244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endParaRPr dirty="0"/>
          </a:p>
          <a:p>
            <a:pPr lvl="0"/>
            <a:r>
              <a:rPr dirty="0"/>
              <a:t>•</a:t>
            </a:r>
            <a:r>
              <a:rPr lang="en-GB" dirty="0" err="1"/>
              <a:t>Antonanzas</a:t>
            </a:r>
            <a:r>
              <a:rPr lang="en-GB" dirty="0"/>
              <a:t>, J., Osorio, N., Escobar, R., Urraca, R., Martinez-de-Pison, F. and </a:t>
            </a:r>
            <a:r>
              <a:rPr lang="en-GB" dirty="0" err="1"/>
              <a:t>Antonanzas</a:t>
            </a:r>
            <a:r>
              <a:rPr lang="en-GB" dirty="0"/>
              <a:t>-Torres, F., 2016. Review of photovoltaic power forecasting. Solar Energy, 136, pp.78-111.</a:t>
            </a:r>
            <a:endParaRPr lang="en-IN" dirty="0"/>
          </a:p>
          <a:p>
            <a:pPr lvl="0"/>
            <a:r>
              <a:rPr lang="en-GB" dirty="0"/>
              <a:t>Voyant, C., </a:t>
            </a:r>
            <a:r>
              <a:rPr lang="en-GB" dirty="0" err="1"/>
              <a:t>Notton</a:t>
            </a:r>
            <a:r>
              <a:rPr lang="en-GB" dirty="0"/>
              <a:t>, G., Kalogirou, S., Nivet, M.L., </a:t>
            </a:r>
            <a:r>
              <a:rPr lang="en-GB" dirty="0" err="1"/>
              <a:t>Fouilloy</a:t>
            </a:r>
            <a:r>
              <a:rPr lang="en-GB" dirty="0"/>
              <a:t>, A., Motte, F. and Voyant, P., 2017. Machine learning methods for solar radiation forecasting: A review. Renewable Energy, 105, pp.569-582.</a:t>
            </a:r>
            <a:endParaRPr lang="en-IN" dirty="0"/>
          </a:p>
          <a:p>
            <a:pPr lvl="0"/>
            <a:r>
              <a:rPr lang="en-GB" dirty="0"/>
              <a:t>Wan, C., Zhao, J., Song, Y., Xu, Z., Lin, J. and Hu, Z., 2015. Photovoltaic and solar power forecasting for smart grid energy management. CSEE Journal of Power and Energy Systems, 1(4), pp.38-46.</a:t>
            </a:r>
            <a:endParaRPr lang="en-IN" dirty="0"/>
          </a:p>
          <a:p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193BA5C-B8F3-4972-BA54-014C48FAFA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7162BAB-C25E-4CE9-B87C-F118DC7E7C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90422" y="1847088"/>
            <a:ext cx="264816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85" y="804520"/>
            <a:ext cx="2647617" cy="1049235"/>
          </a:xfrm>
        </p:spPr>
        <p:txBody>
          <a:bodyPr>
            <a:normAutofit/>
          </a:bodyPr>
          <a:lstStyle/>
          <a:p>
            <a:r>
              <a:rPr lang="en-IN"/>
              <a:t>Thank You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5B93327-222A-4DAC-9163-371BF44CDB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8685" y="2015732"/>
            <a:ext cx="2644893" cy="3450613"/>
          </a:xfrm>
        </p:spPr>
        <p:txBody>
          <a:bodyPr>
            <a:normAutofit/>
          </a:bodyPr>
          <a:lstStyle/>
          <a:p>
            <a:r>
              <a:rPr lang="en-US"/>
              <a:t>Thank you!</a:t>
            </a:r>
          </a:p>
          <a:p>
            <a:r>
              <a:rPr lang="en-US"/>
              <a:t>Questions are welcome.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4EE34E3-F117-4487-8ACF-33DA65FA1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095098" y="482171"/>
            <a:ext cx="4568843" cy="5149101"/>
            <a:chOff x="5460131" y="482171"/>
            <a:chExt cx="6091791" cy="5149101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9ACC02C-6424-4165-93C4-E83C8E81D4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60131" y="482171"/>
              <a:ext cx="6091791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182CB9C-C978-4C9B-9AAD-8B13418975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78956" y="812507"/>
              <a:ext cx="5461780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56388820-A63D-463C-9DBC-060A5ABE3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6784" y="977965"/>
            <a:ext cx="3850973" cy="4135339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Help">
            <a:extLst>
              <a:ext uri="{FF2B5EF4-FFF2-40B4-BE49-F238E27FC236}">
                <a16:creationId xmlns:a16="http://schemas.microsoft.com/office/drawing/2014/main" id="{F77CDA06-2363-E9A0-12F6-76D9AD9B33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0444" y="1241349"/>
            <a:ext cx="3616163" cy="361616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C04ED70F-D6FD-4EB1-A171-D30F885FE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A26CAE9-74C4-4EDD-8A80-77F79EAA86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132</TotalTime>
  <Words>373</Words>
  <Application>Microsoft Office PowerPoint</Application>
  <PresentationFormat>On-screen Show (4:3)</PresentationFormat>
  <Paragraphs>45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Gill Sans MT</vt:lpstr>
      <vt:lpstr>Gallery</vt:lpstr>
      <vt:lpstr>Solar Power Forecasting Using Machine Learning</vt:lpstr>
      <vt:lpstr>Aim of the Work</vt:lpstr>
      <vt:lpstr>Dataset</vt:lpstr>
      <vt:lpstr>Motivation</vt:lpstr>
      <vt:lpstr>Methodology</vt:lpstr>
      <vt:lpstr>Confusion Matrix</vt:lpstr>
      <vt:lpstr>Results</vt:lpstr>
      <vt:lpstr>Scatter Plot: Irradiation vs AC Power </vt:lpstr>
      <vt:lpstr>Correlation with ac power</vt:lpstr>
      <vt:lpstr>PowerPoint Presentation</vt:lpstr>
      <vt:lpstr>Conclusion</vt:lpstr>
      <vt:lpstr>References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madhu</dc:creator>
  <cp:keywords/>
  <dc:description>generated using python-pptx</dc:description>
  <cp:lastModifiedBy>madhu keerthana</cp:lastModifiedBy>
  <cp:revision>4</cp:revision>
  <dcterms:created xsi:type="dcterms:W3CDTF">2013-01-27T09:14:16Z</dcterms:created>
  <dcterms:modified xsi:type="dcterms:W3CDTF">2025-11-25T14:42:41Z</dcterms:modified>
  <cp:category/>
</cp:coreProperties>
</file>